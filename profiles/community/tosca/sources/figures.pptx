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67" r:id="rId2"/>
    <p:sldId id="281" r:id="rId3"/>
    <p:sldId id="284" r:id="rId4"/>
    <p:sldId id="283" r:id="rId5"/>
    <p:sldId id="260" r:id="rId6"/>
    <p:sldId id="259" r:id="rId7"/>
    <p:sldId id="263" r:id="rId8"/>
    <p:sldId id="268" r:id="rId9"/>
    <p:sldId id="261" r:id="rId10"/>
    <p:sldId id="266" r:id="rId11"/>
    <p:sldId id="285" r:id="rId12"/>
    <p:sldId id="288" r:id="rId13"/>
    <p:sldId id="289" r:id="rId14"/>
    <p:sldId id="290" r:id="rId15"/>
    <p:sldId id="291" r:id="rId16"/>
    <p:sldId id="287" r:id="rId17"/>
    <p:sldId id="292" r:id="rId18"/>
    <p:sldId id="26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EAEAEA"/>
    <a:srgbClr val="FBFB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77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9C640-FDAB-4920-985D-AE6877D6D81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DF4E5-B912-44DE-B266-06BCB3F681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396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8C3E1-A7B1-C956-F89C-8B09E4BADB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78DA49-12E1-CF1E-FDF4-D3675189B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B9FBA-FC7A-F874-AC33-BF8C79716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A44DD-330B-3F0F-208E-BDA18804F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CE2EB-B4BC-DC8F-68B4-9367A3FA1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329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B28-C534-651E-F331-8A82299B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3197-8600-529E-F0BB-8240F11E5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F8C03C-36B9-45B4-F253-E7A5297BE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6AB7A3-67FF-E2AD-9F55-5FB14B465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509E6B-834C-B181-F9CC-68261548F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15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2CCC-241D-BE86-839A-9EA95EF19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2C8CD8-4E09-4E44-921D-FD7CB0424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D03FC-41CC-CB6E-D2AF-AB296AEBE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B7822-F064-F9AA-D9EB-1C932786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CA43A-1D54-EE4A-7653-63667B4EF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300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0A28-7ACF-5048-7F56-19D868FA1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75150-59E9-DEAC-E673-2815C3194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67BD2D-53EA-C43B-0379-ECDD9CD06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754C8-979F-82D5-01FD-556F7522D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9E8CBD-5A6A-6ACC-1735-BFA016FFF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5B8A4-AACC-0D60-5503-DCFA91F3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45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181E7-6D3A-9873-B594-3896EA1B0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B74C7-134F-F4CF-03EC-CF1851E623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775916-FA14-4FB7-3AAB-A82B159EF6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00EC75-D15D-BA80-0E34-145FBA0469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79759-6234-3F7E-C662-68B93E20F3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69E83E-6867-8470-8AAE-6D660E91F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190444-C087-2DE5-CED7-6884D33C1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8B977D-7885-7BF9-25EC-D0A6CA6B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482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81B3-8E2E-AC33-CFFD-8EDEE867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DB6CB4-4EFF-73EF-B71A-DBEB2CCAF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B1C715-D8A2-84F0-A9AF-F01FD1FBE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3FD856-74C8-78FA-DF6C-9C4355B57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619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B73F93-8BA7-53FB-C4B7-843BC5E22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77D192-B9D6-6AFE-0EDD-495DBB6AB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3540C-CE04-2979-06FA-406378585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68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0D637-9B99-2625-AAAB-48E3FEBDE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A9AB6-907B-50AC-5408-D50278D55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4C97C4-8EDA-7370-2FBA-2A71FDF871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7ABF94-E090-6145-A2A4-6F6DFE731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17CDF5-50B2-7ADF-DE1B-73613DA66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2351A0-1A78-1E87-12A1-04822C05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310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74DD2-D95D-EF79-15E9-4B0C1E09E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D9194C-097D-7820-E38A-51CFDB2247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7941B7-C9D4-AF94-9E18-41E6171922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45AFAB-878F-62AC-CD2D-ABB8E31F4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432FF-D980-8675-8DED-C7C0A6A9A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76BA21-09A2-8C42-FDC2-DE345C127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533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37E7-834B-ABCA-23FA-CB845AD09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095CCA-D049-174F-90F5-FA6574065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9EA6A-9DD6-BBBC-85B7-03A0364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8F9A1-C128-BB73-580D-1EBE07731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F591-E89B-C846-F0DE-A206F4D18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38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240BB9-C09D-6F95-294B-30AF96DEF0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C07722-6B29-F509-1F21-D8D2DAF89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1C0ED-B600-538F-0F7F-924629906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A4059-0517-D418-4498-2008E3FDD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2CC715-50EB-FA42-EC88-F161E6533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073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AA94E6-0F41-E039-8ACB-AD520986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567D0-041F-D6C5-C762-8CEBE58A88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891B58-DF3C-CA31-ECA6-0200F010E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D1255-E26D-F260-274D-3A78FC0605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A45EF-47C6-4A3D-9099-BD39435DF8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199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74DE6782-6716-B7F1-9475-D1AB6CBEA9E9}"/>
              </a:ext>
            </a:extLst>
          </p:cNvPr>
          <p:cNvGrpSpPr/>
          <p:nvPr/>
        </p:nvGrpSpPr>
        <p:grpSpPr>
          <a:xfrm>
            <a:off x="3321833" y="2435149"/>
            <a:ext cx="5070234" cy="1987704"/>
            <a:chOff x="3293551" y="2435149"/>
            <a:chExt cx="5604899" cy="1987704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4FE27A6-DF26-D324-FCE5-E7B25E68038F}"/>
                </a:ext>
              </a:extLst>
            </p:cNvPr>
            <p:cNvCxnSpPr>
              <a:cxnSpLocks/>
            </p:cNvCxnSpPr>
            <p:nvPr/>
          </p:nvCxnSpPr>
          <p:spPr>
            <a:xfrm>
              <a:off x="3304483" y="3760285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4179A0B-2ED5-5342-D11F-DAB511F1284C}"/>
                </a:ext>
              </a:extLst>
            </p:cNvPr>
            <p:cNvCxnSpPr>
              <a:cxnSpLocks/>
            </p:cNvCxnSpPr>
            <p:nvPr/>
          </p:nvCxnSpPr>
          <p:spPr>
            <a:xfrm>
              <a:off x="3294240" y="4422853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ECF3917-E963-4B61-1661-E274B8C9179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551" y="2435149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0CED42-205E-5F6F-2F8C-BCADEC76286B}"/>
                </a:ext>
              </a:extLst>
            </p:cNvPr>
            <p:cNvCxnSpPr>
              <a:cxnSpLocks/>
            </p:cNvCxnSpPr>
            <p:nvPr/>
          </p:nvCxnSpPr>
          <p:spPr>
            <a:xfrm>
              <a:off x="3305571" y="3097717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9A82D4F-93BF-3D97-4FD7-1E1E9611A5E1}"/>
              </a:ext>
            </a:extLst>
          </p:cNvPr>
          <p:cNvSpPr txBox="1"/>
          <p:nvPr/>
        </p:nvSpPr>
        <p:spPr>
          <a:xfrm>
            <a:off x="3321832" y="1965366"/>
            <a:ext cx="1012457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/>
          <a:p>
            <a:pPr>
              <a:defRPr/>
            </a:pPr>
            <a:r>
              <a:rPr lang="en-US" sz="1100" dirty="0">
                <a:solidFill>
                  <a:prstClr val="black"/>
                </a:solidFill>
                <a:latin typeface="Arial"/>
              </a:rPr>
              <a:t>Business View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BCDE32-79FB-A4A2-2092-65107A9E728A}"/>
              </a:ext>
            </a:extLst>
          </p:cNvPr>
          <p:cNvSpPr/>
          <p:nvPr/>
        </p:nvSpPr>
        <p:spPr>
          <a:xfrm>
            <a:off x="4589154" y="1920985"/>
            <a:ext cx="3804560" cy="365760"/>
          </a:xfrm>
          <a:prstGeom prst="rect">
            <a:avLst/>
          </a:prstGeom>
          <a:solidFill>
            <a:srgbClr val="8064A2">
              <a:lumMod val="75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SLAs, Processes, Guidelines, and 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0EA58-0113-3D31-C71D-77BACAE283FE}"/>
              </a:ext>
            </a:extLst>
          </p:cNvPr>
          <p:cNvSpPr txBox="1"/>
          <p:nvPr/>
        </p:nvSpPr>
        <p:spPr>
          <a:xfrm>
            <a:off x="3321832" y="2627934"/>
            <a:ext cx="908262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System View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66B6D1-8490-B9CD-05C2-E2CC28FF5AC6}"/>
              </a:ext>
            </a:extLst>
          </p:cNvPr>
          <p:cNvSpPr/>
          <p:nvPr/>
        </p:nvSpPr>
        <p:spPr>
          <a:xfrm>
            <a:off x="4604631" y="2583553"/>
            <a:ext cx="3787435" cy="365760"/>
          </a:xfrm>
          <a:prstGeom prst="rect">
            <a:avLst/>
          </a:prstGeom>
          <a:solidFill>
            <a:srgbClr val="8064A2"/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and Technology Independent Operation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C8776F-D315-1350-8B4C-EB4D631C132C}"/>
              </a:ext>
            </a:extLst>
          </p:cNvPr>
          <p:cNvSpPr txBox="1"/>
          <p:nvPr/>
        </p:nvSpPr>
        <p:spPr>
          <a:xfrm>
            <a:off x="3321832" y="3953070"/>
            <a:ext cx="871392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Device View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A56F5F-1B5D-44FF-C9EF-69D03B1E7AF3}"/>
              </a:ext>
            </a:extLst>
          </p:cNvPr>
          <p:cNvSpPr/>
          <p:nvPr/>
        </p:nvSpPr>
        <p:spPr>
          <a:xfrm>
            <a:off x="4625128" y="3908689"/>
            <a:ext cx="3787432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and Technology Specific Operation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DFD787-7D51-C677-FEC1-7C3084AD32CC}"/>
              </a:ext>
            </a:extLst>
          </p:cNvPr>
          <p:cNvSpPr txBox="1"/>
          <p:nvPr/>
        </p:nvSpPr>
        <p:spPr>
          <a:xfrm>
            <a:off x="3321832" y="3290502"/>
            <a:ext cx="1268937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Administrator 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628419D-B74A-C077-DC65-67769E06C381}"/>
              </a:ext>
            </a:extLst>
          </p:cNvPr>
          <p:cNvSpPr/>
          <p:nvPr/>
        </p:nvSpPr>
        <p:spPr>
          <a:xfrm>
            <a:off x="4627164" y="3246121"/>
            <a:ext cx="3787435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Independent, Technology Specific Operation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B9CA76-A5E7-C8A2-2A61-4EF35CDE76F7}"/>
              </a:ext>
            </a:extLst>
          </p:cNvPr>
          <p:cNvSpPr txBox="1"/>
          <p:nvPr/>
        </p:nvSpPr>
        <p:spPr>
          <a:xfrm>
            <a:off x="3321832" y="4615637"/>
            <a:ext cx="970779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Instance View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18050C-0688-082C-DDB1-AC7A8B5B54E6}"/>
              </a:ext>
            </a:extLst>
          </p:cNvPr>
          <p:cNvSpPr/>
          <p:nvPr/>
        </p:nvSpPr>
        <p:spPr>
          <a:xfrm>
            <a:off x="4625128" y="4571256"/>
            <a:ext cx="3787432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Specific MIBs, PIBs, CLI, etc.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46338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69EE4-7FE0-45F7-B471-D953590CA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FBC655D1-2A58-E33E-3355-B41C63787C39}"/>
              </a:ext>
            </a:extLst>
          </p:cNvPr>
          <p:cNvCxnSpPr>
            <a:cxnSpLocks/>
          </p:cNvCxnSpPr>
          <p:nvPr/>
        </p:nvCxnSpPr>
        <p:spPr>
          <a:xfrm>
            <a:off x="5787841" y="2160990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77890FD2-8D6E-900E-D156-CA2FD989D47E}"/>
              </a:ext>
            </a:extLst>
          </p:cNvPr>
          <p:cNvSpPr/>
          <p:nvPr/>
        </p:nvSpPr>
        <p:spPr>
          <a:xfrm>
            <a:off x="4587240" y="1298448"/>
            <a:ext cx="3017520" cy="426110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Generic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25A246BC-BFA7-39C9-5F0D-DD33D886B9C0}"/>
              </a:ext>
            </a:extLst>
          </p:cNvPr>
          <p:cNvSpPr/>
          <p:nvPr/>
        </p:nvSpPr>
        <p:spPr>
          <a:xfrm>
            <a:off x="4868525" y="2029165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88F2A918-D067-D4C2-0033-62CF6A6E550E}"/>
              </a:ext>
            </a:extLst>
          </p:cNvPr>
          <p:cNvSpPr/>
          <p:nvPr/>
        </p:nvSpPr>
        <p:spPr>
          <a:xfrm>
            <a:off x="4868525" y="1789359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1" name="Flowchart: Off-page Connector 24">
            <a:extLst>
              <a:ext uri="{FF2B5EF4-FFF2-40B4-BE49-F238E27FC236}">
                <a16:creationId xmlns:a16="http://schemas.microsoft.com/office/drawing/2014/main" id="{426B76DE-5610-D7DA-6D77-9209AFE12EAF}"/>
              </a:ext>
            </a:extLst>
          </p:cNvPr>
          <p:cNvSpPr/>
          <p:nvPr/>
        </p:nvSpPr>
        <p:spPr>
          <a:xfrm>
            <a:off x="5150382" y="2483539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EE6C18FB-5DE4-F09F-64B9-556EB6D0645D}"/>
              </a:ext>
            </a:extLst>
          </p:cNvPr>
          <p:cNvSpPr/>
          <p:nvPr/>
        </p:nvSpPr>
        <p:spPr>
          <a:xfrm>
            <a:off x="6566261" y="2035261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20F1B40B-9D2A-4055-E8D4-08916EEA285F}"/>
              </a:ext>
            </a:extLst>
          </p:cNvPr>
          <p:cNvSpPr/>
          <p:nvPr/>
        </p:nvSpPr>
        <p:spPr>
          <a:xfrm>
            <a:off x="6566261" y="1795455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20" name="Flowchart: Off-page Connector 24">
            <a:extLst>
              <a:ext uri="{FF2B5EF4-FFF2-40B4-BE49-F238E27FC236}">
                <a16:creationId xmlns:a16="http://schemas.microsoft.com/office/drawing/2014/main" id="{164A01C4-D610-9FAD-458C-43DD8228B106}"/>
              </a:ext>
            </a:extLst>
          </p:cNvPr>
          <p:cNvSpPr/>
          <p:nvPr/>
        </p:nvSpPr>
        <p:spPr>
          <a:xfrm>
            <a:off x="6848118" y="2489635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EC6F8A40-612A-8C3D-7280-288679F9D420}"/>
              </a:ext>
            </a:extLst>
          </p:cNvPr>
          <p:cNvSpPr/>
          <p:nvPr/>
        </p:nvSpPr>
        <p:spPr>
          <a:xfrm>
            <a:off x="4868524" y="3525349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5" name="Rectangle: Rounded Corners 14">
            <a:extLst>
              <a:ext uri="{FF2B5EF4-FFF2-40B4-BE49-F238E27FC236}">
                <a16:creationId xmlns:a16="http://schemas.microsoft.com/office/drawing/2014/main" id="{BF27C827-02C1-A127-65D6-24375404F69F}"/>
              </a:ext>
            </a:extLst>
          </p:cNvPr>
          <p:cNvSpPr/>
          <p:nvPr/>
        </p:nvSpPr>
        <p:spPr>
          <a:xfrm>
            <a:off x="4868524" y="3294523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pPr lvl="0">
              <a:defRPr/>
            </a:pPr>
            <a:r>
              <a:rPr lang="en-US" sz="800" dirty="0">
                <a:solidFill>
                  <a:prstClr val="black"/>
                </a:solidFill>
              </a:rPr>
              <a:t>platform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Arrow: Chevron 15">
            <a:extLst>
              <a:ext uri="{FF2B5EF4-FFF2-40B4-BE49-F238E27FC236}">
                <a16:creationId xmlns:a16="http://schemas.microsoft.com/office/drawing/2014/main" id="{79746D56-F170-EBDE-66EB-CE5FC42560D9}"/>
              </a:ext>
            </a:extLst>
          </p:cNvPr>
          <p:cNvSpPr/>
          <p:nvPr/>
        </p:nvSpPr>
        <p:spPr>
          <a:xfrm rot="5400000">
            <a:off x="4960738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Arrow: Chevron 15">
            <a:extLst>
              <a:ext uri="{FF2B5EF4-FFF2-40B4-BE49-F238E27FC236}">
                <a16:creationId xmlns:a16="http://schemas.microsoft.com/office/drawing/2014/main" id="{02DBBB3F-1495-9EDC-6B8D-3CB452135A9E}"/>
              </a:ext>
            </a:extLst>
          </p:cNvPr>
          <p:cNvSpPr/>
          <p:nvPr/>
        </p:nvSpPr>
        <p:spPr>
          <a:xfrm rot="5400000">
            <a:off x="5277730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28" name="Straight Arrow Connector 45">
            <a:extLst>
              <a:ext uri="{FF2B5EF4-FFF2-40B4-BE49-F238E27FC236}">
                <a16:creationId xmlns:a16="http://schemas.microsoft.com/office/drawing/2014/main" id="{4AAE3AF0-0260-759A-C3A9-0D38E2318809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6938118" y="2759635"/>
            <a:ext cx="172348" cy="4366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77D45D50-08AA-2C98-A441-6C685F59BB26}"/>
              </a:ext>
            </a:extLst>
          </p:cNvPr>
          <p:cNvSpPr txBox="1"/>
          <p:nvPr/>
        </p:nvSpPr>
        <p:spPr>
          <a:xfrm>
            <a:off x="6555862" y="2878783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AvailableOn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04A6C246-08EE-C16D-FA4E-6542DE836D4A}"/>
              </a:ext>
            </a:extLst>
          </p:cNvPr>
          <p:cNvSpPr/>
          <p:nvPr/>
        </p:nvSpPr>
        <p:spPr>
          <a:xfrm>
            <a:off x="5583301" y="2029928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ED84C81D-6FDE-0C27-79E1-95FD83B7F868}"/>
              </a:ext>
            </a:extLst>
          </p:cNvPr>
          <p:cNvSpPr/>
          <p:nvPr/>
        </p:nvSpPr>
        <p:spPr>
          <a:xfrm rot="5400000">
            <a:off x="6429554" y="208359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80CE7F98-5859-A1AF-3743-631A9E7B62CB}"/>
              </a:ext>
            </a:extLst>
          </p:cNvPr>
          <p:cNvSpPr txBox="1"/>
          <p:nvPr/>
        </p:nvSpPr>
        <p:spPr>
          <a:xfrm>
            <a:off x="5818178" y="1957579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9E62FE42-FC37-3246-4B58-76BA904E763A}"/>
              </a:ext>
            </a:extLst>
          </p:cNvPr>
          <p:cNvSpPr/>
          <p:nvPr/>
        </p:nvSpPr>
        <p:spPr>
          <a:xfrm>
            <a:off x="6566260" y="3531310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25" name="Rectangle: Rounded Corners 14">
            <a:extLst>
              <a:ext uri="{FF2B5EF4-FFF2-40B4-BE49-F238E27FC236}">
                <a16:creationId xmlns:a16="http://schemas.microsoft.com/office/drawing/2014/main" id="{853EF04B-1D2C-4EE0-974F-3B40A9642D5F}"/>
              </a:ext>
            </a:extLst>
          </p:cNvPr>
          <p:cNvSpPr/>
          <p:nvPr/>
        </p:nvSpPr>
        <p:spPr>
          <a:xfrm>
            <a:off x="6566260" y="3300484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r>
              <a:rPr lang="en-US" sz="800" dirty="0">
                <a:solidFill>
                  <a:prstClr val="black"/>
                </a:solidFill>
              </a:rPr>
              <a:t>platform</a:t>
            </a:r>
          </a:p>
        </p:txBody>
      </p:sp>
      <p:sp>
        <p:nvSpPr>
          <p:cNvPr id="26" name="Arrow: Chevron 15">
            <a:extLst>
              <a:ext uri="{FF2B5EF4-FFF2-40B4-BE49-F238E27FC236}">
                <a16:creationId xmlns:a16="http://schemas.microsoft.com/office/drawing/2014/main" id="{BB8852C4-2BA0-C328-88D8-AEC3B3B556AA}"/>
              </a:ext>
            </a:extLst>
          </p:cNvPr>
          <p:cNvSpPr/>
          <p:nvPr/>
        </p:nvSpPr>
        <p:spPr>
          <a:xfrm rot="5400000">
            <a:off x="6658474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0" name="Arrow: Chevron 15">
            <a:extLst>
              <a:ext uri="{FF2B5EF4-FFF2-40B4-BE49-F238E27FC236}">
                <a16:creationId xmlns:a16="http://schemas.microsoft.com/office/drawing/2014/main" id="{A60663FB-1B2B-56B2-E512-913A4EC8F8FE}"/>
              </a:ext>
            </a:extLst>
          </p:cNvPr>
          <p:cNvSpPr/>
          <p:nvPr/>
        </p:nvSpPr>
        <p:spPr>
          <a:xfrm rot="5400000">
            <a:off x="6975466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B42C8EF-A875-051C-D983-CAEC301E39E6}"/>
              </a:ext>
            </a:extLst>
          </p:cNvPr>
          <p:cNvGrpSpPr/>
          <p:nvPr/>
        </p:nvGrpSpPr>
        <p:grpSpPr>
          <a:xfrm>
            <a:off x="5732923" y="4489451"/>
            <a:ext cx="771421" cy="944853"/>
            <a:chOff x="5689577" y="3579964"/>
            <a:chExt cx="771421" cy="944853"/>
          </a:xfrm>
        </p:grpSpPr>
        <p:sp>
          <p:nvSpPr>
            <p:cNvPr id="39" name="Rectangle 13">
              <a:extLst>
                <a:ext uri="{FF2B5EF4-FFF2-40B4-BE49-F238E27FC236}">
                  <a16:creationId xmlns:a16="http://schemas.microsoft.com/office/drawing/2014/main" id="{D6FE7F10-D701-FE3F-2894-D5D0CA913F10}"/>
                </a:ext>
              </a:extLst>
            </p:cNvPr>
            <p:cNvSpPr/>
            <p:nvPr/>
          </p:nvSpPr>
          <p:spPr>
            <a:xfrm>
              <a:off x="5689577" y="4032525"/>
              <a:ext cx="771421" cy="2509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Network</a:t>
              </a:r>
            </a:p>
          </p:txBody>
        </p:sp>
        <p:sp>
          <p:nvSpPr>
            <p:cNvPr id="41" name="Rectangle: Rounded Corners 14">
              <a:extLst>
                <a:ext uri="{FF2B5EF4-FFF2-40B4-BE49-F238E27FC236}">
                  <a16:creationId xmlns:a16="http://schemas.microsoft.com/office/drawing/2014/main" id="{A5838CCE-AD1C-28B3-E499-B3305257C7AD}"/>
                </a:ext>
              </a:extLst>
            </p:cNvPr>
            <p:cNvSpPr/>
            <p:nvPr/>
          </p:nvSpPr>
          <p:spPr>
            <a:xfrm>
              <a:off x="5689577" y="3709338"/>
              <a:ext cx="771420" cy="815479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5720" tIns="0" bIns="9144" rtlCol="0" anchor="b" anchorCtr="0"/>
            <a:lstStyle/>
            <a:p>
              <a:pPr lvl="0">
                <a:defRPr/>
              </a:pPr>
              <a:r>
                <a:rPr lang="en-US" sz="800" dirty="0">
                  <a:solidFill>
                    <a:prstClr val="black"/>
                  </a:solidFill>
                </a:rPr>
                <a:t>network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2" name="Arrow: Chevron 15">
              <a:extLst>
                <a:ext uri="{FF2B5EF4-FFF2-40B4-BE49-F238E27FC236}">
                  <a16:creationId xmlns:a16="http://schemas.microsoft.com/office/drawing/2014/main" id="{63E592DE-1E5E-930E-0497-0480A53490C2}"/>
                </a:ext>
              </a:extLst>
            </p:cNvPr>
            <p:cNvSpPr/>
            <p:nvPr/>
          </p:nvSpPr>
          <p:spPr>
            <a:xfrm rot="5400000">
              <a:off x="5781791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3" name="Arrow: Chevron 15">
              <a:extLst>
                <a:ext uri="{FF2B5EF4-FFF2-40B4-BE49-F238E27FC236}">
                  <a16:creationId xmlns:a16="http://schemas.microsoft.com/office/drawing/2014/main" id="{FE41CB94-606F-E1D3-BC01-D676F7B9A8BA}"/>
                </a:ext>
              </a:extLst>
            </p:cNvPr>
            <p:cNvSpPr/>
            <p:nvPr/>
          </p:nvSpPr>
          <p:spPr>
            <a:xfrm rot="5400000">
              <a:off x="6098783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sp>
        <p:nvSpPr>
          <p:cNvPr id="44" name="Flowchart: Off-page Connector 24">
            <a:extLst>
              <a:ext uri="{FF2B5EF4-FFF2-40B4-BE49-F238E27FC236}">
                <a16:creationId xmlns:a16="http://schemas.microsoft.com/office/drawing/2014/main" id="{B98CFE2C-A657-3078-33D1-B716ABDEE7BA}"/>
              </a:ext>
            </a:extLst>
          </p:cNvPr>
          <p:cNvSpPr/>
          <p:nvPr/>
        </p:nvSpPr>
        <p:spPr>
          <a:xfrm>
            <a:off x="5164234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Flowchart: Off-page Connector 24">
            <a:extLst>
              <a:ext uri="{FF2B5EF4-FFF2-40B4-BE49-F238E27FC236}">
                <a16:creationId xmlns:a16="http://schemas.microsoft.com/office/drawing/2014/main" id="{25E7FAED-F43B-A9FB-9120-03E022625F99}"/>
              </a:ext>
            </a:extLst>
          </p:cNvPr>
          <p:cNvSpPr/>
          <p:nvPr/>
        </p:nvSpPr>
        <p:spPr>
          <a:xfrm>
            <a:off x="6861970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9" name="Straight Arrow Connector 45">
            <a:extLst>
              <a:ext uri="{FF2B5EF4-FFF2-40B4-BE49-F238E27FC236}">
                <a16:creationId xmlns:a16="http://schemas.microsoft.com/office/drawing/2014/main" id="{10293860-EDDC-D3A6-DDA1-14A11D473034}"/>
              </a:ext>
            </a:extLst>
          </p:cNvPr>
          <p:cNvCxnSpPr>
            <a:cxnSpLocks/>
            <a:stCxn id="44" idx="2"/>
            <a:endCxn id="42" idx="1"/>
          </p:cNvCxnSpPr>
          <p:nvPr/>
        </p:nvCxnSpPr>
        <p:spPr>
          <a:xfrm>
            <a:off x="5254234" y="4298417"/>
            <a:ext cx="705903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45">
            <a:extLst>
              <a:ext uri="{FF2B5EF4-FFF2-40B4-BE49-F238E27FC236}">
                <a16:creationId xmlns:a16="http://schemas.microsoft.com/office/drawing/2014/main" id="{1236C055-50E6-2974-FD4C-0DEFEC52AD6D}"/>
              </a:ext>
            </a:extLst>
          </p:cNvPr>
          <p:cNvCxnSpPr>
            <a:cxnSpLocks/>
            <a:stCxn id="48" idx="2"/>
            <a:endCxn id="43" idx="1"/>
          </p:cNvCxnSpPr>
          <p:nvPr/>
        </p:nvCxnSpPr>
        <p:spPr>
          <a:xfrm flipH="1">
            <a:off x="6277129" y="4298417"/>
            <a:ext cx="674841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asellaDiTesto 15">
            <a:extLst>
              <a:ext uri="{FF2B5EF4-FFF2-40B4-BE49-F238E27FC236}">
                <a16:creationId xmlns:a16="http://schemas.microsoft.com/office/drawing/2014/main" id="{4C10C0DE-417B-1764-C82B-A5ECC81D6369}"/>
              </a:ext>
            </a:extLst>
          </p:cNvPr>
          <p:cNvSpPr txBox="1"/>
          <p:nvPr/>
        </p:nvSpPr>
        <p:spPr>
          <a:xfrm>
            <a:off x="5240382" y="4332640"/>
            <a:ext cx="44569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sp>
        <p:nvSpPr>
          <p:cNvPr id="60" name="CasellaDiTesto 15">
            <a:extLst>
              <a:ext uri="{FF2B5EF4-FFF2-40B4-BE49-F238E27FC236}">
                <a16:creationId xmlns:a16="http://schemas.microsoft.com/office/drawing/2014/main" id="{89456A4C-2B78-DD50-E00B-530C80AFD4EB}"/>
              </a:ext>
            </a:extLst>
          </p:cNvPr>
          <p:cNvSpPr txBox="1"/>
          <p:nvPr/>
        </p:nvSpPr>
        <p:spPr>
          <a:xfrm>
            <a:off x="6284455" y="4318265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cxnSp>
        <p:nvCxnSpPr>
          <p:cNvPr id="7" name="Straight Arrow Connector 45">
            <a:extLst>
              <a:ext uri="{FF2B5EF4-FFF2-40B4-BE49-F238E27FC236}">
                <a16:creationId xmlns:a16="http://schemas.microsoft.com/office/drawing/2014/main" id="{012CEBA7-C667-AB7C-D4E3-FA4F4C8BFA59}"/>
              </a:ext>
            </a:extLst>
          </p:cNvPr>
          <p:cNvCxnSpPr>
            <a:cxnSpLocks/>
          </p:cNvCxnSpPr>
          <p:nvPr/>
        </p:nvCxnSpPr>
        <p:spPr>
          <a:xfrm flipH="1">
            <a:off x="5095738" y="2753539"/>
            <a:ext cx="144644" cy="436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A8986F7-96D6-0416-2ECC-EC987B5E7E69}"/>
              </a:ext>
            </a:extLst>
          </p:cNvPr>
          <p:cNvSpPr txBox="1"/>
          <p:nvPr/>
        </p:nvSpPr>
        <p:spPr>
          <a:xfrm>
            <a:off x="4738250" y="2859471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 err="1"/>
              <a:t>RunsOn</a:t>
            </a:r>
            <a:endParaRPr lang="it-IT" sz="900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165F92A-B131-3A2E-AEEA-BDE961ACDD8F}"/>
              </a:ext>
            </a:extLst>
          </p:cNvPr>
          <p:cNvCxnSpPr>
            <a:cxnSpLocks/>
          </p:cNvCxnSpPr>
          <p:nvPr/>
        </p:nvCxnSpPr>
        <p:spPr>
          <a:xfrm flipH="1">
            <a:off x="7603008" y="2026828"/>
            <a:ext cx="653665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Flowchart: Multidocument 1">
            <a:extLst>
              <a:ext uri="{FF2B5EF4-FFF2-40B4-BE49-F238E27FC236}">
                <a16:creationId xmlns:a16="http://schemas.microsoft.com/office/drawing/2014/main" id="{7CDE3BBE-7BEC-C455-9718-433C6C8BC9A0}"/>
              </a:ext>
            </a:extLst>
          </p:cNvPr>
          <p:cNvSpPr/>
          <p:nvPr/>
        </p:nvSpPr>
        <p:spPr>
          <a:xfrm>
            <a:off x="8263996" y="1446459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Common Profile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4D446B-BB0A-7659-8EBD-4FE634D73C92}"/>
              </a:ext>
            </a:extLst>
          </p:cNvPr>
          <p:cNvSpPr txBox="1"/>
          <p:nvPr/>
        </p:nvSpPr>
        <p:spPr>
          <a:xfrm>
            <a:off x="7696467" y="1853367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</p:spTree>
    <p:extLst>
      <p:ext uri="{BB962C8B-B14F-4D97-AF65-F5344CB8AC3E}">
        <p14:creationId xmlns:p14="http://schemas.microsoft.com/office/powerpoint/2010/main" val="462828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AF4AE-47C1-0EBD-44A6-2CC7768DB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4244748B-A0AC-7F99-AFB6-E96A5348AC9A}"/>
              </a:ext>
            </a:extLst>
          </p:cNvPr>
          <p:cNvGrpSpPr/>
          <p:nvPr/>
        </p:nvGrpSpPr>
        <p:grpSpPr>
          <a:xfrm>
            <a:off x="4025573" y="2445107"/>
            <a:ext cx="4140854" cy="1967787"/>
            <a:chOff x="762908" y="2016604"/>
            <a:chExt cx="4140854" cy="1967787"/>
          </a:xfrm>
        </p:grpSpPr>
        <p:sp>
          <p:nvSpPr>
            <p:cNvPr id="2" name="Flowchart: Multidocument 1">
              <a:extLst>
                <a:ext uri="{FF2B5EF4-FFF2-40B4-BE49-F238E27FC236}">
                  <a16:creationId xmlns:a16="http://schemas.microsoft.com/office/drawing/2014/main" id="{8B200B80-52AE-4147-B0B0-AF7A7AB4A114}"/>
                </a:ext>
              </a:extLst>
            </p:cNvPr>
            <p:cNvSpPr/>
            <p:nvPr/>
          </p:nvSpPr>
          <p:spPr>
            <a:xfrm>
              <a:off x="2567119" y="2016604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Common Profile</a:t>
              </a:r>
            </a:p>
          </p:txBody>
        </p:sp>
        <p:sp>
          <p:nvSpPr>
            <p:cNvPr id="44" name="Flowchart: Multidocument 43">
              <a:extLst>
                <a:ext uri="{FF2B5EF4-FFF2-40B4-BE49-F238E27FC236}">
                  <a16:creationId xmlns:a16="http://schemas.microsoft.com/office/drawing/2014/main" id="{1A78D5B8-0EE7-2DCA-6195-9B97B6A3DFA1}"/>
                </a:ext>
              </a:extLst>
            </p:cNvPr>
            <p:cNvSpPr/>
            <p:nvPr/>
          </p:nvSpPr>
          <p:spPr>
            <a:xfrm>
              <a:off x="762908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Network Profile</a:t>
              </a:r>
            </a:p>
          </p:txBody>
        </p:sp>
        <p:sp>
          <p:nvSpPr>
            <p:cNvPr id="46" name="Flowchart: Multidocument 45">
              <a:extLst>
                <a:ext uri="{FF2B5EF4-FFF2-40B4-BE49-F238E27FC236}">
                  <a16:creationId xmlns:a16="http://schemas.microsoft.com/office/drawing/2014/main" id="{46D95D3F-6C04-CDE6-CA00-4FAA35C7F5BC}"/>
                </a:ext>
              </a:extLst>
            </p:cNvPr>
            <p:cNvSpPr/>
            <p:nvPr/>
          </p:nvSpPr>
          <p:spPr>
            <a:xfrm>
              <a:off x="1838393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Data</a:t>
              </a:r>
            </a:p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Profile</a:t>
              </a:r>
            </a:p>
          </p:txBody>
        </p:sp>
        <p:sp>
          <p:nvSpPr>
            <p:cNvPr id="47" name="Flowchart: Multidocument 46">
              <a:extLst>
                <a:ext uri="{FF2B5EF4-FFF2-40B4-BE49-F238E27FC236}">
                  <a16:creationId xmlns:a16="http://schemas.microsoft.com/office/drawing/2014/main" id="{B32E97C4-7425-A7FF-4417-065D307ED130}"/>
                </a:ext>
              </a:extLst>
            </p:cNvPr>
            <p:cNvSpPr/>
            <p:nvPr/>
          </p:nvSpPr>
          <p:spPr>
            <a:xfrm>
              <a:off x="2913878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Application Profile</a:t>
              </a:r>
            </a:p>
          </p:txBody>
        </p:sp>
        <p:sp>
          <p:nvSpPr>
            <p:cNvPr id="48" name="Flowchart: Multidocument 47">
              <a:extLst>
                <a:ext uri="{FF2B5EF4-FFF2-40B4-BE49-F238E27FC236}">
                  <a16:creationId xmlns:a16="http://schemas.microsoft.com/office/drawing/2014/main" id="{F391FBC0-AC91-EB4D-7B76-50871F114BAE}"/>
                </a:ext>
              </a:extLst>
            </p:cNvPr>
            <p:cNvSpPr/>
            <p:nvPr/>
          </p:nvSpPr>
          <p:spPr>
            <a:xfrm>
              <a:off x="3989362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Platform</a:t>
              </a:r>
            </a:p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Profile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02AD095-7758-C623-6ED0-58F8A5239D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9283" y="2661356"/>
              <a:ext cx="1170130" cy="597032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97D30E58-0380-F16E-C57D-C98897E8031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43646" y="2615636"/>
              <a:ext cx="1138391" cy="637235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09A601A-A66D-2388-7864-BF7005C954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58500" y="2728173"/>
              <a:ext cx="359177" cy="542986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29382F1E-2B0F-9EE2-D977-FF29F0266F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128700" y="2633924"/>
              <a:ext cx="305285" cy="628091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F2CE5E8-BA9F-99FD-5042-4A5C17C00957}"/>
                </a:ext>
              </a:extLst>
            </p:cNvPr>
            <p:cNvSpPr txBox="1"/>
            <p:nvPr/>
          </p:nvSpPr>
          <p:spPr>
            <a:xfrm>
              <a:off x="2295593" y="2900289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import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4DDE020-BF21-5EA9-F6A9-789935D69F5B}"/>
                </a:ext>
              </a:extLst>
            </p:cNvPr>
            <p:cNvSpPr txBox="1"/>
            <p:nvPr/>
          </p:nvSpPr>
          <p:spPr>
            <a:xfrm>
              <a:off x="3134282" y="2922722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000" b="0" i="0" u="none" strike="noStrike" kern="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defRPr>
              </a:lvl1pPr>
            </a:lstStyle>
            <a:p>
              <a:r>
                <a:rPr lang="en-US" dirty="0"/>
                <a:t>import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693B801-20F7-5E29-3E8F-C235ABB00037}"/>
                </a:ext>
              </a:extLst>
            </p:cNvPr>
            <p:cNvSpPr txBox="1"/>
            <p:nvPr/>
          </p:nvSpPr>
          <p:spPr>
            <a:xfrm>
              <a:off x="3689009" y="2836609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000" b="0" i="0" u="none" strike="noStrike" kern="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defRPr>
              </a:lvl1pPr>
            </a:lstStyle>
            <a:p>
              <a:r>
                <a:rPr lang="en-US" dirty="0"/>
                <a:t>import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C169F56-14CE-1681-4753-65766009FF4F}"/>
                </a:ext>
              </a:extLst>
            </p:cNvPr>
            <p:cNvSpPr txBox="1"/>
            <p:nvPr/>
          </p:nvSpPr>
          <p:spPr>
            <a:xfrm>
              <a:off x="1774683" y="2871025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import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78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0AB65-455C-7FB8-BCB1-F5C36A34E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47C5A3D1-C32B-08AF-A3F1-786B3EF16378}"/>
              </a:ext>
            </a:extLst>
          </p:cNvPr>
          <p:cNvCxnSpPr>
            <a:cxnSpLocks/>
          </p:cNvCxnSpPr>
          <p:nvPr/>
        </p:nvCxnSpPr>
        <p:spPr>
          <a:xfrm>
            <a:off x="5787841" y="2160990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C1DAEF10-6398-21B7-8959-AB32BB57729D}"/>
              </a:ext>
            </a:extLst>
          </p:cNvPr>
          <p:cNvSpPr/>
          <p:nvPr/>
        </p:nvSpPr>
        <p:spPr>
          <a:xfrm>
            <a:off x="4587240" y="1298448"/>
            <a:ext cx="3017520" cy="426110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E5C13AAA-4C8A-056C-06E8-78A0A08887FF}"/>
              </a:ext>
            </a:extLst>
          </p:cNvPr>
          <p:cNvSpPr/>
          <p:nvPr/>
        </p:nvSpPr>
        <p:spPr>
          <a:xfrm>
            <a:off x="4868525" y="2029165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27CE6E94-CEF7-DA33-127C-5D2B427DD4B7}"/>
              </a:ext>
            </a:extLst>
          </p:cNvPr>
          <p:cNvSpPr/>
          <p:nvPr/>
        </p:nvSpPr>
        <p:spPr>
          <a:xfrm>
            <a:off x="4868525" y="1789359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1" name="Flowchart: Off-page Connector 24">
            <a:extLst>
              <a:ext uri="{FF2B5EF4-FFF2-40B4-BE49-F238E27FC236}">
                <a16:creationId xmlns:a16="http://schemas.microsoft.com/office/drawing/2014/main" id="{98894D16-7B47-F941-BEFC-7B7ABD32A4C2}"/>
              </a:ext>
            </a:extLst>
          </p:cNvPr>
          <p:cNvSpPr/>
          <p:nvPr/>
        </p:nvSpPr>
        <p:spPr>
          <a:xfrm>
            <a:off x="5150382" y="2483539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132451CB-0ED1-D243-DE21-5D44CC97315A}"/>
              </a:ext>
            </a:extLst>
          </p:cNvPr>
          <p:cNvSpPr/>
          <p:nvPr/>
        </p:nvSpPr>
        <p:spPr>
          <a:xfrm>
            <a:off x="6566261" y="2035261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EE4D09DB-A138-8F2E-8BF9-90B01F0DF7CC}"/>
              </a:ext>
            </a:extLst>
          </p:cNvPr>
          <p:cNvSpPr/>
          <p:nvPr/>
        </p:nvSpPr>
        <p:spPr>
          <a:xfrm>
            <a:off x="6566261" y="1795455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20" name="Flowchart: Off-page Connector 24">
            <a:extLst>
              <a:ext uri="{FF2B5EF4-FFF2-40B4-BE49-F238E27FC236}">
                <a16:creationId xmlns:a16="http://schemas.microsoft.com/office/drawing/2014/main" id="{421B5B31-7EF3-AE6C-5F1E-C57AC1BD858B}"/>
              </a:ext>
            </a:extLst>
          </p:cNvPr>
          <p:cNvSpPr/>
          <p:nvPr/>
        </p:nvSpPr>
        <p:spPr>
          <a:xfrm>
            <a:off x="6848118" y="2489635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97E9C9F2-C836-AD49-546B-01236A7DA012}"/>
              </a:ext>
            </a:extLst>
          </p:cNvPr>
          <p:cNvSpPr/>
          <p:nvPr/>
        </p:nvSpPr>
        <p:spPr>
          <a:xfrm>
            <a:off x="4868524" y="3525349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Kubernetes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Cluster</a:t>
            </a:r>
          </a:p>
        </p:txBody>
      </p:sp>
      <p:sp>
        <p:nvSpPr>
          <p:cNvPr id="5" name="Rectangle: Rounded Corners 14">
            <a:extLst>
              <a:ext uri="{FF2B5EF4-FFF2-40B4-BE49-F238E27FC236}">
                <a16:creationId xmlns:a16="http://schemas.microsoft.com/office/drawing/2014/main" id="{60E57F97-CE34-4D28-B52B-93CCC10F9591}"/>
              </a:ext>
            </a:extLst>
          </p:cNvPr>
          <p:cNvSpPr/>
          <p:nvPr/>
        </p:nvSpPr>
        <p:spPr>
          <a:xfrm>
            <a:off x="4868524" y="3294523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pPr lvl="0">
              <a:defRPr/>
            </a:pPr>
            <a:r>
              <a:rPr lang="en-US" sz="800" dirty="0">
                <a:solidFill>
                  <a:prstClr val="black"/>
                </a:solidFill>
              </a:rPr>
              <a:t>platform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Arrow: Chevron 15">
            <a:extLst>
              <a:ext uri="{FF2B5EF4-FFF2-40B4-BE49-F238E27FC236}">
                <a16:creationId xmlns:a16="http://schemas.microsoft.com/office/drawing/2014/main" id="{30007F5B-0F72-CA27-5A42-4CD3AE887D22}"/>
              </a:ext>
            </a:extLst>
          </p:cNvPr>
          <p:cNvSpPr/>
          <p:nvPr/>
        </p:nvSpPr>
        <p:spPr>
          <a:xfrm rot="5400000">
            <a:off x="4960738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Arrow: Chevron 15">
            <a:extLst>
              <a:ext uri="{FF2B5EF4-FFF2-40B4-BE49-F238E27FC236}">
                <a16:creationId xmlns:a16="http://schemas.microsoft.com/office/drawing/2014/main" id="{D421A43C-700A-0CD6-4EA9-58841CFE26E8}"/>
              </a:ext>
            </a:extLst>
          </p:cNvPr>
          <p:cNvSpPr/>
          <p:nvPr/>
        </p:nvSpPr>
        <p:spPr>
          <a:xfrm rot="5400000">
            <a:off x="5277730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28" name="Straight Arrow Connector 45">
            <a:extLst>
              <a:ext uri="{FF2B5EF4-FFF2-40B4-BE49-F238E27FC236}">
                <a16:creationId xmlns:a16="http://schemas.microsoft.com/office/drawing/2014/main" id="{20D2C649-09A3-D930-FA24-10DCBA92A2A2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6938118" y="2759635"/>
            <a:ext cx="172348" cy="4366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21E006CC-792B-E701-7D4B-D10A37E163EC}"/>
              </a:ext>
            </a:extLst>
          </p:cNvPr>
          <p:cNvSpPr txBox="1"/>
          <p:nvPr/>
        </p:nvSpPr>
        <p:spPr>
          <a:xfrm>
            <a:off x="6555862" y="2878783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AvailableOn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58A6B33A-BA81-F25A-8619-45286A33953C}"/>
              </a:ext>
            </a:extLst>
          </p:cNvPr>
          <p:cNvSpPr/>
          <p:nvPr/>
        </p:nvSpPr>
        <p:spPr>
          <a:xfrm>
            <a:off x="5583301" y="2029928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68AC8133-9449-CAE0-6701-C0B889827620}"/>
              </a:ext>
            </a:extLst>
          </p:cNvPr>
          <p:cNvSpPr/>
          <p:nvPr/>
        </p:nvSpPr>
        <p:spPr>
          <a:xfrm rot="5400000">
            <a:off x="6429554" y="208359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B2821A75-8421-6C7E-B492-25FEDF9AE852}"/>
              </a:ext>
            </a:extLst>
          </p:cNvPr>
          <p:cNvSpPr txBox="1"/>
          <p:nvPr/>
        </p:nvSpPr>
        <p:spPr>
          <a:xfrm>
            <a:off x="5818178" y="1957579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271B8E15-C8A4-CD5B-53C9-738203EB5C72}"/>
              </a:ext>
            </a:extLst>
          </p:cNvPr>
          <p:cNvSpPr/>
          <p:nvPr/>
        </p:nvSpPr>
        <p:spPr>
          <a:xfrm>
            <a:off x="6566260" y="3531310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prstClr val="black"/>
                </a:solidFill>
              </a:rPr>
              <a:t>Compute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prstClr val="black"/>
                </a:solidFill>
              </a:rPr>
              <a:t>Platform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5" name="Rectangle: Rounded Corners 14">
            <a:extLst>
              <a:ext uri="{FF2B5EF4-FFF2-40B4-BE49-F238E27FC236}">
                <a16:creationId xmlns:a16="http://schemas.microsoft.com/office/drawing/2014/main" id="{BF6DBE77-EB83-B61B-161C-7E9B373F999E}"/>
              </a:ext>
            </a:extLst>
          </p:cNvPr>
          <p:cNvSpPr/>
          <p:nvPr/>
        </p:nvSpPr>
        <p:spPr>
          <a:xfrm>
            <a:off x="6566260" y="3300484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r>
              <a:rPr lang="en-US" sz="800" dirty="0">
                <a:solidFill>
                  <a:prstClr val="black"/>
                </a:solidFill>
              </a:rPr>
              <a:t>platform</a:t>
            </a:r>
          </a:p>
        </p:txBody>
      </p:sp>
      <p:sp>
        <p:nvSpPr>
          <p:cNvPr id="26" name="Arrow: Chevron 15">
            <a:extLst>
              <a:ext uri="{FF2B5EF4-FFF2-40B4-BE49-F238E27FC236}">
                <a16:creationId xmlns:a16="http://schemas.microsoft.com/office/drawing/2014/main" id="{32832360-4F6D-3199-3AA9-CB481BDBDB85}"/>
              </a:ext>
            </a:extLst>
          </p:cNvPr>
          <p:cNvSpPr/>
          <p:nvPr/>
        </p:nvSpPr>
        <p:spPr>
          <a:xfrm rot="5400000">
            <a:off x="6658474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0" name="Arrow: Chevron 15">
            <a:extLst>
              <a:ext uri="{FF2B5EF4-FFF2-40B4-BE49-F238E27FC236}">
                <a16:creationId xmlns:a16="http://schemas.microsoft.com/office/drawing/2014/main" id="{749304F4-5915-E2AB-1837-DF80F292EA6A}"/>
              </a:ext>
            </a:extLst>
          </p:cNvPr>
          <p:cNvSpPr/>
          <p:nvPr/>
        </p:nvSpPr>
        <p:spPr>
          <a:xfrm rot="5400000">
            <a:off x="6975466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51C85E-4DDF-EDEB-5ED1-1A883AD321D6}"/>
              </a:ext>
            </a:extLst>
          </p:cNvPr>
          <p:cNvGrpSpPr/>
          <p:nvPr/>
        </p:nvGrpSpPr>
        <p:grpSpPr>
          <a:xfrm>
            <a:off x="5732923" y="4489451"/>
            <a:ext cx="771421" cy="944853"/>
            <a:chOff x="5689577" y="3579964"/>
            <a:chExt cx="771421" cy="944853"/>
          </a:xfrm>
        </p:grpSpPr>
        <p:sp>
          <p:nvSpPr>
            <p:cNvPr id="39" name="Rectangle 13">
              <a:extLst>
                <a:ext uri="{FF2B5EF4-FFF2-40B4-BE49-F238E27FC236}">
                  <a16:creationId xmlns:a16="http://schemas.microsoft.com/office/drawing/2014/main" id="{6DB68BB8-EC91-3F47-2655-10B385C4ABA5}"/>
                </a:ext>
              </a:extLst>
            </p:cNvPr>
            <p:cNvSpPr/>
            <p:nvPr/>
          </p:nvSpPr>
          <p:spPr>
            <a:xfrm>
              <a:off x="5689577" y="4032525"/>
              <a:ext cx="771421" cy="2509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Subnet</a:t>
              </a:r>
            </a:p>
          </p:txBody>
        </p:sp>
        <p:sp>
          <p:nvSpPr>
            <p:cNvPr id="41" name="Rectangle: Rounded Corners 14">
              <a:extLst>
                <a:ext uri="{FF2B5EF4-FFF2-40B4-BE49-F238E27FC236}">
                  <a16:creationId xmlns:a16="http://schemas.microsoft.com/office/drawing/2014/main" id="{E1F67DB2-D883-4BF8-9B09-5E94E9F2E4AD}"/>
                </a:ext>
              </a:extLst>
            </p:cNvPr>
            <p:cNvSpPr/>
            <p:nvPr/>
          </p:nvSpPr>
          <p:spPr>
            <a:xfrm>
              <a:off x="5689577" y="3709338"/>
              <a:ext cx="771420" cy="815479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5720" tIns="0" bIns="9144" rtlCol="0" anchor="b" anchorCtr="0"/>
            <a:lstStyle/>
            <a:p>
              <a:pPr lvl="0">
                <a:defRPr/>
              </a:pPr>
              <a:r>
                <a:rPr lang="en-US" sz="800" dirty="0">
                  <a:solidFill>
                    <a:prstClr val="black"/>
                  </a:solidFill>
                </a:rPr>
                <a:t>network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2" name="Arrow: Chevron 15">
              <a:extLst>
                <a:ext uri="{FF2B5EF4-FFF2-40B4-BE49-F238E27FC236}">
                  <a16:creationId xmlns:a16="http://schemas.microsoft.com/office/drawing/2014/main" id="{9E4DA2B2-950B-4BBB-5D34-4147331C176E}"/>
                </a:ext>
              </a:extLst>
            </p:cNvPr>
            <p:cNvSpPr/>
            <p:nvPr/>
          </p:nvSpPr>
          <p:spPr>
            <a:xfrm rot="5400000">
              <a:off x="5781791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3" name="Arrow: Chevron 15">
              <a:extLst>
                <a:ext uri="{FF2B5EF4-FFF2-40B4-BE49-F238E27FC236}">
                  <a16:creationId xmlns:a16="http://schemas.microsoft.com/office/drawing/2014/main" id="{16FA98AF-5719-97CE-CAFB-415DAE06FAE4}"/>
                </a:ext>
              </a:extLst>
            </p:cNvPr>
            <p:cNvSpPr/>
            <p:nvPr/>
          </p:nvSpPr>
          <p:spPr>
            <a:xfrm rot="5400000">
              <a:off x="6098783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sp>
        <p:nvSpPr>
          <p:cNvPr id="44" name="Flowchart: Off-page Connector 24">
            <a:extLst>
              <a:ext uri="{FF2B5EF4-FFF2-40B4-BE49-F238E27FC236}">
                <a16:creationId xmlns:a16="http://schemas.microsoft.com/office/drawing/2014/main" id="{1AB25E08-281F-C508-B6E6-AF0F053692BA}"/>
              </a:ext>
            </a:extLst>
          </p:cNvPr>
          <p:cNvSpPr/>
          <p:nvPr/>
        </p:nvSpPr>
        <p:spPr>
          <a:xfrm>
            <a:off x="5164234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Flowchart: Off-page Connector 24">
            <a:extLst>
              <a:ext uri="{FF2B5EF4-FFF2-40B4-BE49-F238E27FC236}">
                <a16:creationId xmlns:a16="http://schemas.microsoft.com/office/drawing/2014/main" id="{F56B2BCA-8C21-F3A0-C1CA-7BABC4AB56F8}"/>
              </a:ext>
            </a:extLst>
          </p:cNvPr>
          <p:cNvSpPr/>
          <p:nvPr/>
        </p:nvSpPr>
        <p:spPr>
          <a:xfrm>
            <a:off x="6861970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9" name="Straight Arrow Connector 45">
            <a:extLst>
              <a:ext uri="{FF2B5EF4-FFF2-40B4-BE49-F238E27FC236}">
                <a16:creationId xmlns:a16="http://schemas.microsoft.com/office/drawing/2014/main" id="{5E9452D7-32D1-FAD6-D64C-D46EA0586E25}"/>
              </a:ext>
            </a:extLst>
          </p:cNvPr>
          <p:cNvCxnSpPr>
            <a:cxnSpLocks/>
            <a:stCxn id="44" idx="2"/>
            <a:endCxn id="42" idx="1"/>
          </p:cNvCxnSpPr>
          <p:nvPr/>
        </p:nvCxnSpPr>
        <p:spPr>
          <a:xfrm>
            <a:off x="5254234" y="4298417"/>
            <a:ext cx="705903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45">
            <a:extLst>
              <a:ext uri="{FF2B5EF4-FFF2-40B4-BE49-F238E27FC236}">
                <a16:creationId xmlns:a16="http://schemas.microsoft.com/office/drawing/2014/main" id="{A6BE1210-7E8F-2ED9-FD46-9C2C81348A51}"/>
              </a:ext>
            </a:extLst>
          </p:cNvPr>
          <p:cNvCxnSpPr>
            <a:cxnSpLocks/>
            <a:stCxn id="48" idx="2"/>
            <a:endCxn id="43" idx="1"/>
          </p:cNvCxnSpPr>
          <p:nvPr/>
        </p:nvCxnSpPr>
        <p:spPr>
          <a:xfrm flipH="1">
            <a:off x="6277129" y="4298417"/>
            <a:ext cx="674841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asellaDiTesto 15">
            <a:extLst>
              <a:ext uri="{FF2B5EF4-FFF2-40B4-BE49-F238E27FC236}">
                <a16:creationId xmlns:a16="http://schemas.microsoft.com/office/drawing/2014/main" id="{B22D4208-B636-1D46-19B4-36A2B4427673}"/>
              </a:ext>
            </a:extLst>
          </p:cNvPr>
          <p:cNvSpPr txBox="1"/>
          <p:nvPr/>
        </p:nvSpPr>
        <p:spPr>
          <a:xfrm>
            <a:off x="5240382" y="4332640"/>
            <a:ext cx="44569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sp>
        <p:nvSpPr>
          <p:cNvPr id="60" name="CasellaDiTesto 15">
            <a:extLst>
              <a:ext uri="{FF2B5EF4-FFF2-40B4-BE49-F238E27FC236}">
                <a16:creationId xmlns:a16="http://schemas.microsoft.com/office/drawing/2014/main" id="{72BD6B0E-2344-4802-B84C-AA4F2B720ED1}"/>
              </a:ext>
            </a:extLst>
          </p:cNvPr>
          <p:cNvSpPr txBox="1"/>
          <p:nvPr/>
        </p:nvSpPr>
        <p:spPr>
          <a:xfrm>
            <a:off x="6284455" y="4318265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cxnSp>
        <p:nvCxnSpPr>
          <p:cNvPr id="7" name="Straight Arrow Connector 45">
            <a:extLst>
              <a:ext uri="{FF2B5EF4-FFF2-40B4-BE49-F238E27FC236}">
                <a16:creationId xmlns:a16="http://schemas.microsoft.com/office/drawing/2014/main" id="{B1816558-8D0F-2AD3-C813-74DBC713CBF6}"/>
              </a:ext>
            </a:extLst>
          </p:cNvPr>
          <p:cNvCxnSpPr>
            <a:cxnSpLocks/>
          </p:cNvCxnSpPr>
          <p:nvPr/>
        </p:nvCxnSpPr>
        <p:spPr>
          <a:xfrm flipH="1">
            <a:off x="5095738" y="2753539"/>
            <a:ext cx="144644" cy="436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87C8CC5-279F-316B-109D-A7B8CCC75EF5}"/>
              </a:ext>
            </a:extLst>
          </p:cNvPr>
          <p:cNvSpPr txBox="1"/>
          <p:nvPr/>
        </p:nvSpPr>
        <p:spPr>
          <a:xfrm>
            <a:off x="4738250" y="2859471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 err="1"/>
              <a:t>RunsOn</a:t>
            </a:r>
            <a:endParaRPr lang="it-IT" sz="900" dirty="0"/>
          </a:p>
        </p:txBody>
      </p:sp>
      <p:sp>
        <p:nvSpPr>
          <p:cNvPr id="3" name="Flowchart: Multidocument 1">
            <a:extLst>
              <a:ext uri="{FF2B5EF4-FFF2-40B4-BE49-F238E27FC236}">
                <a16:creationId xmlns:a16="http://schemas.microsoft.com/office/drawing/2014/main" id="{C59C120A-2F8D-30AA-08EE-A1F6DBC06A45}"/>
              </a:ext>
            </a:extLst>
          </p:cNvPr>
          <p:cNvSpPr/>
          <p:nvPr/>
        </p:nvSpPr>
        <p:spPr>
          <a:xfrm>
            <a:off x="2964398" y="1511298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Application Profile</a:t>
            </a:r>
          </a:p>
        </p:txBody>
      </p:sp>
      <p:sp>
        <p:nvSpPr>
          <p:cNvPr id="8" name="Flowchart: Multidocument 1">
            <a:extLst>
              <a:ext uri="{FF2B5EF4-FFF2-40B4-BE49-F238E27FC236}">
                <a16:creationId xmlns:a16="http://schemas.microsoft.com/office/drawing/2014/main" id="{265B9BB3-CFCC-4716-C63F-5D2E5FED7272}"/>
              </a:ext>
            </a:extLst>
          </p:cNvPr>
          <p:cNvSpPr/>
          <p:nvPr/>
        </p:nvSpPr>
        <p:spPr>
          <a:xfrm>
            <a:off x="2907570" y="3612617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  <a:b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</a:br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13" name="Flowchart: Multidocument 1">
            <a:extLst>
              <a:ext uri="{FF2B5EF4-FFF2-40B4-BE49-F238E27FC236}">
                <a16:creationId xmlns:a16="http://schemas.microsoft.com/office/drawing/2014/main" id="{9104A790-854F-8F1F-EBDF-55AF763BBFAC}"/>
              </a:ext>
            </a:extLst>
          </p:cNvPr>
          <p:cNvSpPr/>
          <p:nvPr/>
        </p:nvSpPr>
        <p:spPr>
          <a:xfrm>
            <a:off x="8263220" y="1753178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Data Profile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4F0386-51BF-6C6F-4CEB-67D0F7151515}"/>
              </a:ext>
            </a:extLst>
          </p:cNvPr>
          <p:cNvCxnSpPr>
            <a:cxnSpLocks/>
          </p:cNvCxnSpPr>
          <p:nvPr/>
        </p:nvCxnSpPr>
        <p:spPr>
          <a:xfrm flipH="1">
            <a:off x="7612086" y="4980582"/>
            <a:ext cx="653665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Multidocument 1">
            <a:extLst>
              <a:ext uri="{FF2B5EF4-FFF2-40B4-BE49-F238E27FC236}">
                <a16:creationId xmlns:a16="http://schemas.microsoft.com/office/drawing/2014/main" id="{DF6FF821-1284-23B4-6E52-AF70D8F63B40}"/>
              </a:ext>
            </a:extLst>
          </p:cNvPr>
          <p:cNvSpPr/>
          <p:nvPr/>
        </p:nvSpPr>
        <p:spPr>
          <a:xfrm>
            <a:off x="8273074" y="4720253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Network Profile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666B26-5C43-9F79-BFDE-18C1D6A3E523}"/>
              </a:ext>
            </a:extLst>
          </p:cNvPr>
          <p:cNvSpPr txBox="1"/>
          <p:nvPr/>
        </p:nvSpPr>
        <p:spPr>
          <a:xfrm>
            <a:off x="7696467" y="2045391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E1C71BE-5580-5D4F-2CF8-6678B4E4D988}"/>
              </a:ext>
            </a:extLst>
          </p:cNvPr>
          <p:cNvCxnSpPr>
            <a:cxnSpLocks/>
          </p:cNvCxnSpPr>
          <p:nvPr/>
        </p:nvCxnSpPr>
        <p:spPr>
          <a:xfrm flipH="1">
            <a:off x="7619409" y="2218584"/>
            <a:ext cx="653665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7284CDC-53EC-0860-FBD3-62D9C32C98B7}"/>
              </a:ext>
            </a:extLst>
          </p:cNvPr>
          <p:cNvSpPr txBox="1"/>
          <p:nvPr/>
        </p:nvSpPr>
        <p:spPr>
          <a:xfrm>
            <a:off x="7696467" y="4803513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76095F9-429F-96CA-CD28-91E6D424E020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3985608" y="1854198"/>
            <a:ext cx="601632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3F0D120-9336-AA2B-3F18-1223745AC270}"/>
              </a:ext>
            </a:extLst>
          </p:cNvPr>
          <p:cNvSpPr txBox="1"/>
          <p:nvPr/>
        </p:nvSpPr>
        <p:spPr>
          <a:xfrm>
            <a:off x="3999993" y="1683928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54190EA-52C9-4AFD-4C29-4B9C2918C6C1}"/>
              </a:ext>
            </a:extLst>
          </p:cNvPr>
          <p:cNvCxnSpPr>
            <a:cxnSpLocks/>
          </p:cNvCxnSpPr>
          <p:nvPr/>
        </p:nvCxnSpPr>
        <p:spPr>
          <a:xfrm flipH="1">
            <a:off x="3928780" y="3804958"/>
            <a:ext cx="658460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CA730D0-EA71-7B50-1277-EF3E89851CD6}"/>
              </a:ext>
            </a:extLst>
          </p:cNvPr>
          <p:cNvSpPr txBox="1"/>
          <p:nvPr/>
        </p:nvSpPr>
        <p:spPr>
          <a:xfrm>
            <a:off x="3961733" y="3634687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</p:spTree>
    <p:extLst>
      <p:ext uri="{BB962C8B-B14F-4D97-AF65-F5344CB8AC3E}">
        <p14:creationId xmlns:p14="http://schemas.microsoft.com/office/powerpoint/2010/main" val="2265064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B20FE85-F8F3-5660-2C0F-C97174F8ECAA}"/>
              </a:ext>
            </a:extLst>
          </p:cNvPr>
          <p:cNvGrpSpPr/>
          <p:nvPr/>
        </p:nvGrpSpPr>
        <p:grpSpPr>
          <a:xfrm>
            <a:off x="4946986" y="2575123"/>
            <a:ext cx="2298029" cy="1707754"/>
            <a:chOff x="4109021" y="1620708"/>
            <a:chExt cx="2298029" cy="1707754"/>
          </a:xfrm>
        </p:grpSpPr>
        <p:sp>
          <p:nvSpPr>
            <p:cNvPr id="3" name="Web Server Tier">
              <a:extLst>
                <a:ext uri="{FF2B5EF4-FFF2-40B4-BE49-F238E27FC236}">
                  <a16:creationId xmlns:a16="http://schemas.microsoft.com/office/drawing/2014/main" id="{C1652037-C836-8518-B00F-68B63C21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0835" y="1620708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Abstract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Node Type</a:t>
              </a:r>
            </a:p>
          </p:txBody>
        </p:sp>
        <p:sp>
          <p:nvSpPr>
            <p:cNvPr id="4" name="Web Server Tier">
              <a:extLst>
                <a:ext uri="{FF2B5EF4-FFF2-40B4-BE49-F238E27FC236}">
                  <a16:creationId xmlns:a16="http://schemas.microsoft.com/office/drawing/2014/main" id="{9FA15A96-A3D2-B08F-CF14-595C0D22D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9021" y="277982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Node Type</a:t>
              </a: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2650" y="277982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Node Type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4E8CD19-0767-2135-B5CE-83A86FFA02BA}"/>
                </a:ext>
              </a:extLst>
            </p:cNvPr>
            <p:cNvCxnSpPr>
              <a:cxnSpLocks/>
              <a:stCxn id="4" idx="0"/>
              <a:endCxn id="3" idx="2"/>
            </p:cNvCxnSpPr>
            <p:nvPr/>
          </p:nvCxnSpPr>
          <p:spPr>
            <a:xfrm flipV="1">
              <a:off x="4566221" y="2169348"/>
              <a:ext cx="691814" cy="610474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907D006-7846-6381-DD82-50E3FCD7991F}"/>
                </a:ext>
              </a:extLst>
            </p:cNvPr>
            <p:cNvCxnSpPr>
              <a:cxnSpLocks/>
              <a:stCxn id="7" idx="0"/>
              <a:endCxn id="3" idx="2"/>
            </p:cNvCxnSpPr>
            <p:nvPr/>
          </p:nvCxnSpPr>
          <p:spPr>
            <a:xfrm flipH="1" flipV="1">
              <a:off x="5258035" y="2169348"/>
              <a:ext cx="691815" cy="610474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83CE6D-5BAF-271C-9A4A-DF1599420FE6}"/>
                </a:ext>
              </a:extLst>
            </p:cNvPr>
            <p:cNvSpPr/>
            <p:nvPr/>
          </p:nvSpPr>
          <p:spPr>
            <a:xfrm>
              <a:off x="4387569" y="2359169"/>
              <a:ext cx="750526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d</a:t>
              </a:r>
              <a:r>
                <a:rPr kumimoji="0" lang="en-US" altLang="zh-CN" sz="800" i="1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erives</a:t>
              </a: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 </a:t>
              </a: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f</a:t>
              </a: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rom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023F606-D802-34A9-2EF3-5B2CAFDAC34B}"/>
                </a:ext>
              </a:extLst>
            </p:cNvPr>
            <p:cNvSpPr/>
            <p:nvPr/>
          </p:nvSpPr>
          <p:spPr>
            <a:xfrm>
              <a:off x="5377975" y="2359169"/>
              <a:ext cx="750526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derives from</a:t>
              </a:r>
              <a:endParaRPr kumimoji="0" lang="en-US" sz="80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黑体" panose="02010609060101010101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0865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8E9239B3-4664-7A6E-5097-10825005D9C1}"/>
              </a:ext>
            </a:extLst>
          </p:cNvPr>
          <p:cNvGrpSpPr/>
          <p:nvPr/>
        </p:nvGrpSpPr>
        <p:grpSpPr>
          <a:xfrm>
            <a:off x="4728322" y="2528254"/>
            <a:ext cx="2735357" cy="1801492"/>
            <a:chOff x="3900114" y="1399000"/>
            <a:chExt cx="2735357" cy="1801492"/>
          </a:xfrm>
        </p:grpSpPr>
        <p:sp>
          <p:nvSpPr>
            <p:cNvPr id="3" name="Web Server Tier">
              <a:extLst>
                <a:ext uri="{FF2B5EF4-FFF2-40B4-BE49-F238E27FC236}">
                  <a16:creationId xmlns:a16="http://schemas.microsoft.com/office/drawing/2014/main" id="{C1652037-C836-8518-B00F-68B63C21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0114" y="2025426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Abstract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Node Type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4E8CD19-0767-2135-B5CE-83A86FFA02BA}"/>
                </a:ext>
              </a:extLst>
            </p:cNvPr>
            <p:cNvCxnSpPr>
              <a:cxnSpLocks/>
              <a:stCxn id="32" idx="1"/>
              <a:endCxn id="3" idx="3"/>
            </p:cNvCxnSpPr>
            <p:nvPr/>
          </p:nvCxnSpPr>
          <p:spPr>
            <a:xfrm flipH="1" flipV="1">
              <a:off x="4814514" y="2299746"/>
              <a:ext cx="906557" cy="626426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907D006-7846-6381-DD82-50E3FCD7991F}"/>
                </a:ext>
              </a:extLst>
            </p:cNvPr>
            <p:cNvCxnSpPr>
              <a:cxnSpLocks/>
              <a:stCxn id="7" idx="1"/>
              <a:endCxn id="3" idx="3"/>
            </p:cNvCxnSpPr>
            <p:nvPr/>
          </p:nvCxnSpPr>
          <p:spPr>
            <a:xfrm flipH="1">
              <a:off x="4814514" y="1673320"/>
              <a:ext cx="906557" cy="626426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83CE6D-5BAF-271C-9A4A-DF1599420FE6}"/>
                </a:ext>
              </a:extLst>
            </p:cNvPr>
            <p:cNvSpPr/>
            <p:nvPr/>
          </p:nvSpPr>
          <p:spPr>
            <a:xfrm>
              <a:off x="4853182" y="1728757"/>
              <a:ext cx="678391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substitutes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023F606-D802-34A9-2EF3-5B2CAFDAC34B}"/>
                </a:ext>
              </a:extLst>
            </p:cNvPr>
            <p:cNvSpPr/>
            <p:nvPr/>
          </p:nvSpPr>
          <p:spPr>
            <a:xfrm>
              <a:off x="4853182" y="2639903"/>
              <a:ext cx="678391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substitutes</a:t>
              </a:r>
              <a:endParaRPr kumimoji="0" lang="en-US" sz="80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黑体" panose="02010609060101010101" pitchFamily="49" charset="-122"/>
              </a:endParaRP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1071" y="1399000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Service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Template</a:t>
              </a:r>
            </a:p>
          </p:txBody>
        </p:sp>
        <p:sp>
          <p:nvSpPr>
            <p:cNvPr id="32" name="Web Server Tier">
              <a:extLst>
                <a:ext uri="{FF2B5EF4-FFF2-40B4-BE49-F238E27FC236}">
                  <a16:creationId xmlns:a16="http://schemas.microsoft.com/office/drawing/2014/main" id="{BCD79716-F8A0-2FC8-CFC2-9BA714E257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1071" y="265185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Service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Template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409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397218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397538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392744" y="2583553"/>
            <a:ext cx="1627721" cy="365760"/>
          </a:xfrm>
          <a:prstGeom prst="rect">
            <a:avLst/>
          </a:prstGeom>
          <a:solidFill>
            <a:srgbClr val="8064A2"/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413241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415277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886916" y="2688014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Web Server Tier">
            <a:extLst>
              <a:ext uri="{FF2B5EF4-FFF2-40B4-BE49-F238E27FC236}">
                <a16:creationId xmlns:a16="http://schemas.microsoft.com/office/drawing/2014/main" id="{2EFB6B8D-079D-3F4E-A8AD-0A18337F0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9003" y="2914836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Abstract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sp>
        <p:nvSpPr>
          <p:cNvPr id="12" name="Web Server Tier">
            <a:extLst>
              <a:ext uri="{FF2B5EF4-FFF2-40B4-BE49-F238E27FC236}">
                <a16:creationId xmlns:a16="http://schemas.microsoft.com/office/drawing/2014/main" id="{51F86743-D4AE-CF7F-C723-AAFED63B3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1238" y="3230966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Service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Template</a:t>
            </a:r>
          </a:p>
        </p:txBody>
      </p:sp>
      <p:sp>
        <p:nvSpPr>
          <p:cNvPr id="13" name="Web Server Tier">
            <a:extLst>
              <a:ext uri="{FF2B5EF4-FFF2-40B4-BE49-F238E27FC236}">
                <a16:creationId xmlns:a16="http://schemas.microsoft.com/office/drawing/2014/main" id="{F6E2EAEB-1C0B-3FBF-1738-0329E9C3CA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1238" y="2598707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Service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Template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6B6143-DF11-AB21-D0E5-CF8FB003F697}"/>
              </a:ext>
            </a:extLst>
          </p:cNvPr>
          <p:cNvCxnSpPr>
            <a:cxnSpLocks/>
            <a:stCxn id="12" idx="1"/>
            <a:endCxn id="6" idx="3"/>
          </p:cNvCxnSpPr>
          <p:nvPr/>
        </p:nvCxnSpPr>
        <p:spPr>
          <a:xfrm flipH="1" flipV="1">
            <a:off x="4752507" y="3097716"/>
            <a:ext cx="408731" cy="316130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257FDD-F02C-18EF-6C46-A62671EE8262}"/>
              </a:ext>
            </a:extLst>
          </p:cNvPr>
          <p:cNvCxnSpPr>
            <a:cxnSpLocks/>
            <a:stCxn id="13" idx="1"/>
            <a:endCxn id="6" idx="3"/>
          </p:cNvCxnSpPr>
          <p:nvPr/>
        </p:nvCxnSpPr>
        <p:spPr>
          <a:xfrm flipH="1">
            <a:off x="4752507" y="2781587"/>
            <a:ext cx="408731" cy="316129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A9CF1B3-A785-43CF-CC20-B86EEC470F65}"/>
              </a:ext>
            </a:extLst>
          </p:cNvPr>
          <p:cNvSpPr/>
          <p:nvPr/>
        </p:nvSpPr>
        <p:spPr>
          <a:xfrm>
            <a:off x="6413241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B667FD-0D5C-7807-17D2-F6AE27EA603E}"/>
              </a:ext>
            </a:extLst>
          </p:cNvPr>
          <p:cNvCxnSpPr>
            <a:cxnSpLocks/>
          </p:cNvCxnSpPr>
          <p:nvPr/>
        </p:nvCxnSpPr>
        <p:spPr>
          <a:xfrm>
            <a:off x="6413241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</p:spTree>
    <p:extLst>
      <p:ext uri="{BB962C8B-B14F-4D97-AF65-F5344CB8AC3E}">
        <p14:creationId xmlns:p14="http://schemas.microsoft.com/office/powerpoint/2010/main" val="3118641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eb Server Tier">
            <a:extLst>
              <a:ext uri="{FF2B5EF4-FFF2-40B4-BE49-F238E27FC236}">
                <a16:creationId xmlns:a16="http://schemas.microsoft.com/office/drawing/2014/main" id="{C1652037-C836-8518-B00F-68B63C21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5120" y="3257485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Abstract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sp>
        <p:nvSpPr>
          <p:cNvPr id="4" name="Web Server Tier">
            <a:extLst>
              <a:ext uri="{FF2B5EF4-FFF2-40B4-BE49-F238E27FC236}">
                <a16:creationId xmlns:a16="http://schemas.microsoft.com/office/drawing/2014/main" id="{9FA15A96-A3D2-B08F-CF14-595C0D22D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8933" y="3931258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Node Type</a:t>
            </a:r>
          </a:p>
        </p:txBody>
      </p:sp>
      <p:sp>
        <p:nvSpPr>
          <p:cNvPr id="7" name="Web Server Tier">
            <a:extLst>
              <a:ext uri="{FF2B5EF4-FFF2-40B4-BE49-F238E27FC236}">
                <a16:creationId xmlns:a16="http://schemas.microsoft.com/office/drawing/2014/main" id="{54AFEE4B-6F70-7B85-6A9A-350900D7A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1307" y="3931258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Node Type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E8CD19-0767-2135-B5CE-83A86FFA02BA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V="1">
            <a:off x="4550685" y="3623245"/>
            <a:ext cx="40618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07D006-7846-6381-DD82-50E3FCD7991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H="1" flipV="1">
            <a:off x="4956872" y="3623245"/>
            <a:ext cx="40618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297287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297607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292813" y="2583553"/>
            <a:ext cx="1627721" cy="365760"/>
          </a:xfrm>
          <a:prstGeom prst="rect">
            <a:avLst/>
          </a:prstGeom>
          <a:solidFill>
            <a:srgbClr val="8064A2"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313310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315346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786985" y="3388407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AA200-486F-F2CB-B1B0-87E1901C28B0}"/>
              </a:ext>
            </a:extLst>
          </p:cNvPr>
          <p:cNvSpPr/>
          <p:nvPr/>
        </p:nvSpPr>
        <p:spPr>
          <a:xfrm>
            <a:off x="6313310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362E1E-440C-98A5-90F0-06C24BE050F4}"/>
              </a:ext>
            </a:extLst>
          </p:cNvPr>
          <p:cNvCxnSpPr>
            <a:cxnSpLocks/>
          </p:cNvCxnSpPr>
          <p:nvPr/>
        </p:nvCxnSpPr>
        <p:spPr>
          <a:xfrm>
            <a:off x="6313310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</p:spTree>
    <p:extLst>
      <p:ext uri="{BB962C8B-B14F-4D97-AF65-F5344CB8AC3E}">
        <p14:creationId xmlns:p14="http://schemas.microsoft.com/office/powerpoint/2010/main" val="4145374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eb Server Tier">
            <a:extLst>
              <a:ext uri="{FF2B5EF4-FFF2-40B4-BE49-F238E27FC236}">
                <a16:creationId xmlns:a16="http://schemas.microsoft.com/office/drawing/2014/main" id="{C1652037-C836-8518-B00F-68B63C21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7386" y="3922501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Concrete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E8CD19-0767-2135-B5CE-83A86FFA02BA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4549138" y="4288261"/>
            <a:ext cx="154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07D006-7846-6381-DD82-50E3FCD7991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H="1" flipV="1">
            <a:off x="4549138" y="4288261"/>
            <a:ext cx="813921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297287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297607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292813" y="2583553"/>
            <a:ext cx="1627721" cy="365760"/>
          </a:xfrm>
          <a:prstGeom prst="rect">
            <a:avLst/>
          </a:prstGeom>
          <a:solidFill>
            <a:srgbClr val="8064A2"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313310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315346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  <a:alpha val="2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786985" y="4053423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AA200-486F-F2CB-B1B0-87E1901C28B0}"/>
              </a:ext>
            </a:extLst>
          </p:cNvPr>
          <p:cNvSpPr/>
          <p:nvPr/>
        </p:nvSpPr>
        <p:spPr>
          <a:xfrm>
            <a:off x="6313310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362E1E-440C-98A5-90F0-06C24BE050F4}"/>
              </a:ext>
            </a:extLst>
          </p:cNvPr>
          <p:cNvCxnSpPr>
            <a:cxnSpLocks/>
          </p:cNvCxnSpPr>
          <p:nvPr/>
        </p:nvCxnSpPr>
        <p:spPr>
          <a:xfrm>
            <a:off x="6313310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4BAC5C-107D-0732-B254-EF4E67803B2D}"/>
              </a:ext>
            </a:extLst>
          </p:cNvPr>
          <p:cNvGrpSpPr/>
          <p:nvPr/>
        </p:nvGrpSpPr>
        <p:grpSpPr>
          <a:xfrm>
            <a:off x="3433466" y="4596274"/>
            <a:ext cx="2231345" cy="365760"/>
            <a:chOff x="3433466" y="4596274"/>
            <a:chExt cx="2231345" cy="365760"/>
          </a:xfrm>
        </p:grpSpPr>
        <p:sp>
          <p:nvSpPr>
            <p:cNvPr id="4" name="Web Server Tier">
              <a:extLst>
                <a:ext uri="{FF2B5EF4-FFF2-40B4-BE49-F238E27FC236}">
                  <a16:creationId xmlns:a16="http://schemas.microsoft.com/office/drawing/2014/main" id="{9FA15A96-A3D2-B08F-CF14-595C0D22D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8933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Ansible Type</a:t>
              </a: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307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Terraform Type</a:t>
              </a:r>
            </a:p>
          </p:txBody>
        </p:sp>
        <p:sp>
          <p:nvSpPr>
            <p:cNvPr id="9" name="Web Server Tier">
              <a:extLst>
                <a:ext uri="{FF2B5EF4-FFF2-40B4-BE49-F238E27FC236}">
                  <a16:creationId xmlns:a16="http://schemas.microsoft.com/office/drawing/2014/main" id="{0CFFFAC4-6F01-C4FF-C247-9B63FA60E1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33466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Bash Type</a:t>
              </a:r>
            </a:p>
          </p:txBody>
        </p:sp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4D44793-98B9-B178-93F2-3751AAB3F6CE}"/>
              </a:ext>
            </a:extLst>
          </p:cNvPr>
          <p:cNvCxnSpPr>
            <a:cxnSpLocks/>
            <a:stCxn id="9" idx="0"/>
            <a:endCxn id="3" idx="2"/>
          </p:cNvCxnSpPr>
          <p:nvPr/>
        </p:nvCxnSpPr>
        <p:spPr>
          <a:xfrm flipV="1">
            <a:off x="3735218" y="4288261"/>
            <a:ext cx="813920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81084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C166FC-2FBD-9E88-15CA-22E6FDF98AD3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5616756" y="3331998"/>
            <a:ext cx="249415" cy="855502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ED067B3-94DD-863D-3326-118B3FD359F2}"/>
              </a:ext>
            </a:extLst>
          </p:cNvPr>
          <p:cNvCxnSpPr>
            <a:cxnSpLocks/>
          </p:cNvCxnSpPr>
          <p:nvPr/>
        </p:nvCxnSpPr>
        <p:spPr>
          <a:xfrm flipH="1" flipV="1">
            <a:off x="6523693" y="3175582"/>
            <a:ext cx="1425097" cy="995063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19922CC-D8E2-A54F-B6EA-BDC8F1E5EDE2}"/>
              </a:ext>
            </a:extLst>
          </p:cNvPr>
          <p:cNvCxnSpPr>
            <a:cxnSpLocks/>
            <a:stCxn id="6" idx="0"/>
            <a:endCxn id="3" idx="2"/>
          </p:cNvCxnSpPr>
          <p:nvPr/>
        </p:nvCxnSpPr>
        <p:spPr>
          <a:xfrm flipH="1" flipV="1">
            <a:off x="6099551" y="3266867"/>
            <a:ext cx="944249" cy="920633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AECE77E-5FC8-CC3C-5A4B-E1BB9C75139C}"/>
              </a:ext>
            </a:extLst>
          </p:cNvPr>
          <p:cNvCxnSpPr>
            <a:cxnSpLocks/>
          </p:cNvCxnSpPr>
          <p:nvPr/>
        </p:nvCxnSpPr>
        <p:spPr>
          <a:xfrm flipV="1">
            <a:off x="3524587" y="1587033"/>
            <a:ext cx="836251" cy="415005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1F8987-E183-D69F-7730-0A59AE600927}"/>
              </a:ext>
            </a:extLst>
          </p:cNvPr>
          <p:cNvCxnSpPr>
            <a:cxnSpLocks/>
          </p:cNvCxnSpPr>
          <p:nvPr/>
        </p:nvCxnSpPr>
        <p:spPr>
          <a:xfrm flipH="1" flipV="1">
            <a:off x="5261987" y="1469624"/>
            <a:ext cx="1044652" cy="1064829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ED395F2-628A-524A-A355-693E0D05D893}"/>
              </a:ext>
            </a:extLst>
          </p:cNvPr>
          <p:cNvGrpSpPr/>
          <p:nvPr/>
        </p:nvGrpSpPr>
        <p:grpSpPr>
          <a:xfrm>
            <a:off x="4260934" y="623420"/>
            <a:ext cx="1152150" cy="982296"/>
            <a:chOff x="4171829" y="1725228"/>
            <a:chExt cx="1152150" cy="982296"/>
          </a:xfrm>
        </p:grpSpPr>
        <p:sp>
          <p:nvSpPr>
            <p:cNvPr id="11" name="Flowchart: Multidocument 10">
              <a:extLst>
                <a:ext uri="{FF2B5EF4-FFF2-40B4-BE49-F238E27FC236}">
                  <a16:creationId xmlns:a16="http://schemas.microsoft.com/office/drawing/2014/main" id="{04C52AB1-DB63-400E-0C51-63BC2EB5D291}"/>
                </a:ext>
              </a:extLst>
            </p:cNvPr>
            <p:cNvSpPr/>
            <p:nvPr/>
          </p:nvSpPr>
          <p:spPr>
            <a:xfrm>
              <a:off x="4290704" y="2021724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Core Profile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69D0241-086D-AA8C-88E2-4FD64AD7E489}"/>
                </a:ext>
              </a:extLst>
            </p:cNvPr>
            <p:cNvSpPr txBox="1"/>
            <p:nvPr/>
          </p:nvSpPr>
          <p:spPr>
            <a:xfrm>
              <a:off x="4171829" y="1725228"/>
              <a:ext cx="115215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Shared Definitions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6F88148-E40C-AD8D-9713-B32590C7ED15}"/>
              </a:ext>
            </a:extLst>
          </p:cNvPr>
          <p:cNvGrpSpPr/>
          <p:nvPr/>
        </p:nvGrpSpPr>
        <p:grpSpPr>
          <a:xfrm>
            <a:off x="2567119" y="1580055"/>
            <a:ext cx="914401" cy="1122349"/>
            <a:chOff x="2537811" y="1900092"/>
            <a:chExt cx="914401" cy="1122349"/>
          </a:xfrm>
        </p:grpSpPr>
        <p:sp>
          <p:nvSpPr>
            <p:cNvPr id="2" name="Flowchart: Multidocument 1">
              <a:extLst>
                <a:ext uri="{FF2B5EF4-FFF2-40B4-BE49-F238E27FC236}">
                  <a16:creationId xmlns:a16="http://schemas.microsoft.com/office/drawing/2014/main" id="{98CF8CF5-EEE5-13D2-D8E3-EFFFB9A1AECE}"/>
                </a:ext>
              </a:extLst>
            </p:cNvPr>
            <p:cNvSpPr/>
            <p:nvPr/>
          </p:nvSpPr>
          <p:spPr>
            <a:xfrm>
              <a:off x="2537811" y="233664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Common Profile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07067B-B010-C697-2C0E-9D285B242743}"/>
                </a:ext>
              </a:extLst>
            </p:cNvPr>
            <p:cNvSpPr txBox="1"/>
            <p:nvPr/>
          </p:nvSpPr>
          <p:spPr>
            <a:xfrm>
              <a:off x="2537811" y="1900092"/>
              <a:ext cx="91440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Abstract Definitions</a:t>
              </a:r>
            </a:p>
          </p:txBody>
        </p:sp>
      </p:grpSp>
      <p:sp>
        <p:nvSpPr>
          <p:cNvPr id="3" name="Flowchart: Multidocument 2">
            <a:extLst>
              <a:ext uri="{FF2B5EF4-FFF2-40B4-BE49-F238E27FC236}">
                <a16:creationId xmlns:a16="http://schemas.microsoft.com/office/drawing/2014/main" id="{EC009B6F-8E9E-4D22-AE73-7C93D36EF2C5}"/>
              </a:ext>
            </a:extLst>
          </p:cNvPr>
          <p:cNvSpPr/>
          <p:nvPr/>
        </p:nvSpPr>
        <p:spPr>
          <a:xfrm>
            <a:off x="5705936" y="2607038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IaaS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7702F9-A6DC-F401-DD1F-2D0BB0DE790E}"/>
              </a:ext>
            </a:extLst>
          </p:cNvPr>
          <p:cNvSpPr txBox="1"/>
          <p:nvPr/>
        </p:nvSpPr>
        <p:spPr>
          <a:xfrm>
            <a:off x="6416459" y="3682285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BA8348-D57F-285A-C1DC-F0F8E81DB9A2}"/>
              </a:ext>
            </a:extLst>
          </p:cNvPr>
          <p:cNvSpPr txBox="1"/>
          <p:nvPr/>
        </p:nvSpPr>
        <p:spPr>
          <a:xfrm>
            <a:off x="5548480" y="3699346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349EFD-2C17-393D-36F5-A04454845239}"/>
              </a:ext>
            </a:extLst>
          </p:cNvPr>
          <p:cNvSpPr txBox="1"/>
          <p:nvPr/>
        </p:nvSpPr>
        <p:spPr>
          <a:xfrm>
            <a:off x="5574194" y="1900092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E0F2E6-888D-91E4-4BA2-F5E05A89E5C8}"/>
              </a:ext>
            </a:extLst>
          </p:cNvPr>
          <p:cNvSpPr txBox="1"/>
          <p:nvPr/>
        </p:nvSpPr>
        <p:spPr>
          <a:xfrm>
            <a:off x="3686197" y="1753788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import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297161C-FDFB-8372-F9B2-95C4BB04F66C}"/>
              </a:ext>
            </a:extLst>
          </p:cNvPr>
          <p:cNvGrpSpPr/>
          <p:nvPr/>
        </p:nvGrpSpPr>
        <p:grpSpPr>
          <a:xfrm>
            <a:off x="4904623" y="4187500"/>
            <a:ext cx="1298452" cy="1088462"/>
            <a:chOff x="5157002" y="4582599"/>
            <a:chExt cx="1298452" cy="1088462"/>
          </a:xfrm>
        </p:grpSpPr>
        <p:sp>
          <p:nvSpPr>
            <p:cNvPr id="4" name="Flowchart: Multidocument 3">
              <a:extLst>
                <a:ext uri="{FF2B5EF4-FFF2-40B4-BE49-F238E27FC236}">
                  <a16:creationId xmlns:a16="http://schemas.microsoft.com/office/drawing/2014/main" id="{E4BD5CEF-7B3A-F6B9-5350-221ACC3B4D58}"/>
                </a:ext>
              </a:extLst>
            </p:cNvPr>
            <p:cNvSpPr/>
            <p:nvPr/>
          </p:nvSpPr>
          <p:spPr>
            <a:xfrm>
              <a:off x="5349028" y="4582599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AWS Profile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0FD6490-862D-0A7E-CD7B-B77407D189B7}"/>
                </a:ext>
              </a:extLst>
            </p:cNvPr>
            <p:cNvSpPr txBox="1"/>
            <p:nvPr/>
          </p:nvSpPr>
          <p:spPr>
            <a:xfrm>
              <a:off x="5157002" y="5270951"/>
              <a:ext cx="12984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Vendor Specific  Definitions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38E28D0-9A97-6A16-8450-167396999F24}"/>
              </a:ext>
            </a:extLst>
          </p:cNvPr>
          <p:cNvGrpSpPr/>
          <p:nvPr/>
        </p:nvGrpSpPr>
        <p:grpSpPr>
          <a:xfrm>
            <a:off x="6331667" y="4187500"/>
            <a:ext cx="1298452" cy="1102765"/>
            <a:chOff x="6801099" y="4582599"/>
            <a:chExt cx="1298452" cy="1102765"/>
          </a:xfrm>
        </p:grpSpPr>
        <p:sp>
          <p:nvSpPr>
            <p:cNvPr id="6" name="Flowchart: Multidocument 5">
              <a:extLst>
                <a:ext uri="{FF2B5EF4-FFF2-40B4-BE49-F238E27FC236}">
                  <a16:creationId xmlns:a16="http://schemas.microsoft.com/office/drawing/2014/main" id="{18398E36-287B-B2FE-6BBA-7799599EA76C}"/>
                </a:ext>
              </a:extLst>
            </p:cNvPr>
            <p:cNvSpPr/>
            <p:nvPr/>
          </p:nvSpPr>
          <p:spPr>
            <a:xfrm>
              <a:off x="6993125" y="4582599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OpenStack Profile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F225E2C-6157-3B3B-93BD-E4D4A22F35A8}"/>
                </a:ext>
              </a:extLst>
            </p:cNvPr>
            <p:cNvSpPr txBox="1"/>
            <p:nvPr/>
          </p:nvSpPr>
          <p:spPr>
            <a:xfrm>
              <a:off x="6801099" y="5285254"/>
              <a:ext cx="12984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Vendor Specific  Definitions</a:t>
              </a:r>
            </a:p>
          </p:txBody>
        </p:sp>
      </p:grpSp>
      <p:sp>
        <p:nvSpPr>
          <p:cNvPr id="5" name="Flowchart: Multidocument 4">
            <a:extLst>
              <a:ext uri="{FF2B5EF4-FFF2-40B4-BE49-F238E27FC236}">
                <a16:creationId xmlns:a16="http://schemas.microsoft.com/office/drawing/2014/main" id="{9ABF8E2D-4F30-107C-C91B-38A8217A03C3}"/>
              </a:ext>
            </a:extLst>
          </p:cNvPr>
          <p:cNvSpPr/>
          <p:nvPr/>
        </p:nvSpPr>
        <p:spPr>
          <a:xfrm>
            <a:off x="7886084" y="4187500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Proxmox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76762B-DE56-28B3-919B-D1AC20FD745B}"/>
              </a:ext>
            </a:extLst>
          </p:cNvPr>
          <p:cNvSpPr txBox="1"/>
          <p:nvPr/>
        </p:nvSpPr>
        <p:spPr>
          <a:xfrm>
            <a:off x="7694058" y="4890155"/>
            <a:ext cx="12984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00"/>
            </a:lvl1pPr>
          </a:lstStyle>
          <a:p>
            <a:r>
              <a:rPr lang="en-US" dirty="0"/>
              <a:t>Vendor Specific  Definitions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77B4B9-C7CA-621D-C0CB-2E3F9BDCDF8E}"/>
              </a:ext>
            </a:extLst>
          </p:cNvPr>
          <p:cNvSpPr txBox="1"/>
          <p:nvPr/>
        </p:nvSpPr>
        <p:spPr>
          <a:xfrm>
            <a:off x="7142031" y="3682285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38" name="Flowchart: Multidocument 37">
            <a:extLst>
              <a:ext uri="{FF2B5EF4-FFF2-40B4-BE49-F238E27FC236}">
                <a16:creationId xmlns:a16="http://schemas.microsoft.com/office/drawing/2014/main" id="{9037B3AE-9D04-095D-F3DB-FAFFB7F7A023}"/>
              </a:ext>
            </a:extLst>
          </p:cNvPr>
          <p:cNvSpPr/>
          <p:nvPr/>
        </p:nvSpPr>
        <p:spPr>
          <a:xfrm>
            <a:off x="7223044" y="2670500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Kubernetes Profile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D4CBF4D-F78B-A125-E8AD-42DF1A336318}"/>
              </a:ext>
            </a:extLst>
          </p:cNvPr>
          <p:cNvCxnSpPr>
            <a:cxnSpLocks/>
          </p:cNvCxnSpPr>
          <p:nvPr/>
        </p:nvCxnSpPr>
        <p:spPr>
          <a:xfrm flipH="1" flipV="1">
            <a:off x="5294209" y="1406910"/>
            <a:ext cx="2024953" cy="1261038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92A4F98-22D6-686F-C297-ADE3A81BF790}"/>
              </a:ext>
            </a:extLst>
          </p:cNvPr>
          <p:cNvSpPr txBox="1"/>
          <p:nvPr/>
        </p:nvSpPr>
        <p:spPr>
          <a:xfrm>
            <a:off x="6217412" y="2016604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44" name="Flowchart: Multidocument 43">
            <a:extLst>
              <a:ext uri="{FF2B5EF4-FFF2-40B4-BE49-F238E27FC236}">
                <a16:creationId xmlns:a16="http://schemas.microsoft.com/office/drawing/2014/main" id="{8A3F6EBC-0DFC-3610-A275-75A659A41DC6}"/>
              </a:ext>
            </a:extLst>
          </p:cNvPr>
          <p:cNvSpPr/>
          <p:nvPr/>
        </p:nvSpPr>
        <p:spPr>
          <a:xfrm>
            <a:off x="762908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Network Profile</a:t>
            </a:r>
          </a:p>
        </p:txBody>
      </p:sp>
      <p:sp>
        <p:nvSpPr>
          <p:cNvPr id="46" name="Flowchart: Multidocument 45">
            <a:extLst>
              <a:ext uri="{FF2B5EF4-FFF2-40B4-BE49-F238E27FC236}">
                <a16:creationId xmlns:a16="http://schemas.microsoft.com/office/drawing/2014/main" id="{598ADD74-89EF-BE30-020C-10C0F9B75FFF}"/>
              </a:ext>
            </a:extLst>
          </p:cNvPr>
          <p:cNvSpPr/>
          <p:nvPr/>
        </p:nvSpPr>
        <p:spPr>
          <a:xfrm>
            <a:off x="1838393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Data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47" name="Flowchart: Multidocument 46">
            <a:extLst>
              <a:ext uri="{FF2B5EF4-FFF2-40B4-BE49-F238E27FC236}">
                <a16:creationId xmlns:a16="http://schemas.microsoft.com/office/drawing/2014/main" id="{D8DE2728-2273-4D95-BF94-0FEC5A75C070}"/>
              </a:ext>
            </a:extLst>
          </p:cNvPr>
          <p:cNvSpPr/>
          <p:nvPr/>
        </p:nvSpPr>
        <p:spPr>
          <a:xfrm>
            <a:off x="2913878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Application Profile</a:t>
            </a:r>
          </a:p>
        </p:txBody>
      </p:sp>
      <p:sp>
        <p:nvSpPr>
          <p:cNvPr id="48" name="Flowchart: Multidocument 47">
            <a:extLst>
              <a:ext uri="{FF2B5EF4-FFF2-40B4-BE49-F238E27FC236}">
                <a16:creationId xmlns:a16="http://schemas.microsoft.com/office/drawing/2014/main" id="{3CA9DA77-F414-8110-5A93-3AE4C50AD650}"/>
              </a:ext>
            </a:extLst>
          </p:cNvPr>
          <p:cNvSpPr/>
          <p:nvPr/>
        </p:nvSpPr>
        <p:spPr>
          <a:xfrm>
            <a:off x="3989362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20B4573-CE3C-BD6E-9587-4DD17F7A37DE}"/>
              </a:ext>
            </a:extLst>
          </p:cNvPr>
          <p:cNvCxnSpPr>
            <a:cxnSpLocks/>
          </p:cNvCxnSpPr>
          <p:nvPr/>
        </p:nvCxnSpPr>
        <p:spPr>
          <a:xfrm flipV="1">
            <a:off x="1349283" y="2661356"/>
            <a:ext cx="1170130" cy="597032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4035C2-D3BC-8141-3539-470725D5FDF2}"/>
              </a:ext>
            </a:extLst>
          </p:cNvPr>
          <p:cNvCxnSpPr>
            <a:cxnSpLocks/>
          </p:cNvCxnSpPr>
          <p:nvPr/>
        </p:nvCxnSpPr>
        <p:spPr>
          <a:xfrm flipH="1" flipV="1">
            <a:off x="3343646" y="2615636"/>
            <a:ext cx="1138391" cy="637235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5BDC8CB-7D87-5391-9539-6FEA49D8B383}"/>
              </a:ext>
            </a:extLst>
          </p:cNvPr>
          <p:cNvCxnSpPr>
            <a:cxnSpLocks/>
          </p:cNvCxnSpPr>
          <p:nvPr/>
        </p:nvCxnSpPr>
        <p:spPr>
          <a:xfrm flipV="1">
            <a:off x="2358500" y="2728173"/>
            <a:ext cx="359177" cy="542986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4B169D2-393F-1D1C-3B1B-DA37A7D7DD6B}"/>
              </a:ext>
            </a:extLst>
          </p:cNvPr>
          <p:cNvCxnSpPr>
            <a:cxnSpLocks/>
          </p:cNvCxnSpPr>
          <p:nvPr/>
        </p:nvCxnSpPr>
        <p:spPr>
          <a:xfrm flipH="1" flipV="1">
            <a:off x="3128700" y="2633924"/>
            <a:ext cx="305285" cy="628091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sp>
        <p:nvSpPr>
          <p:cNvPr id="31" name="Flowchart: Multidocument 30">
            <a:extLst>
              <a:ext uri="{FF2B5EF4-FFF2-40B4-BE49-F238E27FC236}">
                <a16:creationId xmlns:a16="http://schemas.microsoft.com/office/drawing/2014/main" id="{D725C170-C187-702F-44A5-7BCFDC47F195}"/>
              </a:ext>
            </a:extLst>
          </p:cNvPr>
          <p:cNvSpPr/>
          <p:nvPr/>
        </p:nvSpPr>
        <p:spPr>
          <a:xfrm>
            <a:off x="8274094" y="194224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Docker Profile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FA49898-C06A-B131-11D1-CC7F3D2D8C3C}"/>
              </a:ext>
            </a:extLst>
          </p:cNvPr>
          <p:cNvCxnSpPr>
            <a:cxnSpLocks/>
            <a:stCxn id="31" idx="1"/>
          </p:cNvCxnSpPr>
          <p:nvPr/>
        </p:nvCxnSpPr>
        <p:spPr>
          <a:xfrm flipH="1" flipV="1">
            <a:off x="5326431" y="1353801"/>
            <a:ext cx="2947663" cy="931340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960A4E3-0973-5BE6-E7C9-DFAED43F4BEA}"/>
              </a:ext>
            </a:extLst>
          </p:cNvPr>
          <p:cNvSpPr txBox="1"/>
          <p:nvPr/>
        </p:nvSpPr>
        <p:spPr>
          <a:xfrm>
            <a:off x="6996352" y="1900092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</p:spTree>
    <p:extLst>
      <p:ext uri="{BB962C8B-B14F-4D97-AF65-F5344CB8AC3E}">
        <p14:creationId xmlns:p14="http://schemas.microsoft.com/office/powerpoint/2010/main" val="3174812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E9523-C9F8-768C-A2F1-4FF71FF8F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445F60F8-8EE4-A97D-126D-C7C3136B404A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57DB73A1-F793-51BB-559D-D9E14D8510E9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E7F94996-DA4A-47B8-838A-FE3557A9AABA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CE69BBB2-27D9-EC45-D620-DCC31C209511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3309C7B4-1774-E77A-CFBF-0090DF06364F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DDC929F6-FEE4-D263-8284-CABE0826761D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83AE5E41-C543-D93F-12F4-501A707865B4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BDF404C3-0EDF-7E90-3EB8-128425774A2B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A3115700-6419-C719-4089-B80594D4FB34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9B82A8F-F951-9E60-877C-0E28584CC439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E8CD1629-CF10-291F-3373-14A9ED39BCC6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E774274-4864-8A83-B089-C4375E2FAABD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C31CEC0-7E3F-8F1F-A083-1EBAF6FE30E8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11EB99F4-369E-F620-C22D-CDB144389CFB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52A3046-DBE6-02FA-F4D9-27B61E1D1716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21136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BEA12-732B-8EE8-2D83-E451332B9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8B43F71C-CE99-C84A-0D9B-3C6A480EA6E6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A40ACB3-8D3F-F8AA-6E3D-B10CDE5D0749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8CEED70-D805-4A16-4571-8410B3771B24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87C63BF8-B8D0-28A7-EBE7-311B8BF96984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7D16A486-3374-FC5F-0EF3-F95A1EEF6B6A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43ABBB9B-E740-B817-4ED8-678B02DEFAF5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FFE8711F-A4DA-00B8-591D-AE5EA8E0B52E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F0DECA37-40FF-4A17-02FF-4319674866C2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DC6323A0-1966-DAEB-DE54-18B9EBE2CADD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ABDD1727-4A34-3BB2-64C4-6570CD2A8BE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D702995-F36B-204D-14A9-B931C8626E4F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0953C131-F1C2-50A5-DE5D-959F30E3AE2C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9F3784D-BE27-B6FE-4C31-1173CFE9791D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68C32141-5A79-83EA-2336-FCC44CCA3819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3636F418-F2DC-906F-2944-ADB06A29AAAD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B660B2C-DE1C-81EF-F686-C546B7D62678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63B13C24-23C5-458D-0157-B2556F20EB51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</p:spTree>
    <p:extLst>
      <p:ext uri="{BB962C8B-B14F-4D97-AF65-F5344CB8AC3E}">
        <p14:creationId xmlns:p14="http://schemas.microsoft.com/office/powerpoint/2010/main" val="41966777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AEBF-8B8C-979D-CD00-F677A3AD0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697A14E1-D8A5-4B8F-BDFE-F75438341295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DDAAD532-C089-B401-55D7-F68B9CAB5C44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75670E94-9C0D-23A2-C0F5-963CD1C4DA92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9CC39F2B-0C8F-19FC-958A-C0FDB1144393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1D0AEE97-33D1-B307-2B8B-A742357D7193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DA9F6DDC-9C9F-00D6-CA70-E4F5D8F6D1F6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E434C55A-B1C7-CDC0-35DA-07BE9A684C28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A5909EC5-FA98-C463-6E48-D7592B5CEA28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22D98DF3-7ADE-B21F-1055-684B86E9589B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7C70E6D-D145-161A-71BB-7DD5F964A0F0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22A7568-0B17-9FE7-D7D7-A8EC7CA5A62F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9F98E25B-9993-A5D3-5BB3-F6F18246F612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2EEF3008-4020-42FE-4E8D-076EEBE88D62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560C16C8-B36E-170A-7691-1ED83C14D0E2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DE2530-7ECD-14E5-348D-58973571E9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CB5B12E-37F1-0FC9-2BB3-FCFC87BA8EF2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55DF639-D6E8-704D-3F63-2CCF54A2A0BE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B9BDFCB9-02AD-FBC4-795F-9B192C875FEA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EF6032AC-784A-A40A-201B-F73F6F9C7A15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C5723BA-81DD-8F96-6955-3B312BF29094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A8C85A31-337C-5C92-59A6-BCD02E7B74F1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1FDE0D85-7F78-3E3D-ED62-863942D49A89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9FB41E36-CF66-B5EE-2714-0C55E3921214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DD236E31-65BC-06CB-677D-0FE4559CE6A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71EDDC0-818C-AEF8-3740-9E388D333E63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46BCB50-E9C1-678A-5508-38EDC3BCB256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0CDF637E-B888-3753-8423-05B8EC099305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161B1C6-ADEE-564E-DBE9-B0AB19CFB551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7822FFD-5249-B4CE-DEF7-FBFECF12189C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54B1CE40-2268-6DED-9A74-06C92454A99D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AC501AF-957F-E14A-45C1-0201B0E917A6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79" name="Flowchart: Predefined Process 78">
            <a:extLst>
              <a:ext uri="{FF2B5EF4-FFF2-40B4-BE49-F238E27FC236}">
                <a16:creationId xmlns:a16="http://schemas.microsoft.com/office/drawing/2014/main" id="{CF640797-33FF-65C8-AA6F-87B67D8749F8}"/>
              </a:ext>
            </a:extLst>
          </p:cNvPr>
          <p:cNvSpPr/>
          <p:nvPr/>
        </p:nvSpPr>
        <p:spPr>
          <a:xfrm>
            <a:off x="3136676" y="3507978"/>
            <a:ext cx="771419" cy="337919"/>
          </a:xfrm>
          <a:prstGeom prst="flowChartPredefinedProcess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9144" r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node filter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6762D67-29AA-804E-08D2-D075032CA219}"/>
              </a:ext>
            </a:extLst>
          </p:cNvPr>
          <p:cNvCxnSpPr>
            <a:cxnSpLocks/>
          </p:cNvCxnSpPr>
          <p:nvPr/>
        </p:nvCxnSpPr>
        <p:spPr>
          <a:xfrm flipH="1">
            <a:off x="2840533" y="3930943"/>
            <a:ext cx="104969" cy="629821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97182718-54D0-BFA7-9723-4F22DBE59447}"/>
              </a:ext>
            </a:extLst>
          </p:cNvPr>
          <p:cNvCxnSpPr>
            <a:cxnSpLocks/>
          </p:cNvCxnSpPr>
          <p:nvPr/>
        </p:nvCxnSpPr>
        <p:spPr>
          <a:xfrm>
            <a:off x="2945502" y="3930943"/>
            <a:ext cx="1508289" cy="629821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B1A9D07-44D0-AE91-DAA5-D2DCD16D2D1D}"/>
              </a:ext>
            </a:extLst>
          </p:cNvPr>
          <p:cNvCxnSpPr>
            <a:cxnSpLocks/>
          </p:cNvCxnSpPr>
          <p:nvPr/>
        </p:nvCxnSpPr>
        <p:spPr>
          <a:xfrm>
            <a:off x="2945502" y="3930943"/>
            <a:ext cx="823126" cy="629821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EFDFFCB4-A574-69A6-C855-3EA4A110A466}"/>
              </a:ext>
            </a:extLst>
          </p:cNvPr>
          <p:cNvSpPr/>
          <p:nvPr/>
        </p:nvSpPr>
        <p:spPr>
          <a:xfrm>
            <a:off x="2840533" y="3693012"/>
            <a:ext cx="228600" cy="2286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?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03FE92D-27F7-DBCF-B90A-B058E7FF21BC}"/>
              </a:ext>
            </a:extLst>
          </p:cNvPr>
          <p:cNvCxnSpPr>
            <a:cxnSpLocks/>
            <a:stCxn id="71" idx="2"/>
          </p:cNvCxnSpPr>
          <p:nvPr/>
        </p:nvCxnSpPr>
        <p:spPr>
          <a:xfrm>
            <a:off x="2962203" y="3203494"/>
            <a:ext cx="0" cy="48951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4AF21F03-1C1F-7A3D-0C7A-3E2D2BCC07C9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</p:spTree>
    <p:extLst>
      <p:ext uri="{BB962C8B-B14F-4D97-AF65-F5344CB8AC3E}">
        <p14:creationId xmlns:p14="http://schemas.microsoft.com/office/powerpoint/2010/main" val="1788397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BD73D-0171-6FAD-7D1B-3127741D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AB6B0B79-5660-760D-266A-1283A84B5A31}"/>
              </a:ext>
            </a:extLst>
          </p:cNvPr>
          <p:cNvCxnSpPr>
            <a:cxnSpLocks/>
            <a:stCxn id="72" idx="2"/>
            <a:endCxn id="53" idx="0"/>
          </p:cNvCxnSpPr>
          <p:nvPr/>
        </p:nvCxnSpPr>
        <p:spPr>
          <a:xfrm flipH="1">
            <a:off x="2872406" y="3171256"/>
            <a:ext cx="89796" cy="14419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9E2F77ED-A638-27E8-5390-85B5490B2E41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A7CD4C63-9454-AF92-EAB4-2134AC71D72F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C51E708E-EEA2-31B7-A0CC-F10013973646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BD02B81E-EB4A-8FB2-12A5-642586CC5BF8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725DD80B-4D7F-3DEF-0572-BA8D060A03F6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100F58DE-AB22-696A-38DE-BB9D115BCB7E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77AA66AA-30C4-B3B5-9DA0-78346D61A066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882130B2-7794-1B0F-3DD2-0D1E17679E16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52C682C9-800D-29E8-D198-E0A3E220364C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DCB92B8-5102-6327-8228-E3E4C521EA94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6AFE26D-87BE-C132-F17B-AD65FDF29549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68A5B06-B0DF-3F21-189D-B80C3D8681C0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C19A1E0B-45BF-45B2-BE70-1DDED904A09C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1F61EB71-B640-3933-CDD1-368571336FDC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016C577-72B9-AEB1-5EB5-E857B86FDF43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88A36C2-AAEC-8BF8-D975-986F5640C6C2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93041BA9-0DB0-820B-7432-1104AD75632E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F7FBC6AA-2C17-87AC-8AFB-89B63722354B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A14397A0-D671-94A9-81A4-946737B0C915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62154DC-E65B-41B5-2A37-F0537192BA30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5565A5D9-311C-F690-C3AD-3059876962E5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6B5CAED-F5E7-F7C1-3AF0-87A7FB64D55A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2E054791-6979-47A9-20C2-F4794EC226C8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048A729D-7AA5-9720-E704-4C1334D9B66B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9F0EAF1-26CE-E7AF-8460-6A384BB3A6D0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BB3DE0B-C165-16C5-B22A-4BD5DA4D609A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23CA732C-6F12-E785-571E-A9078632252A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3FCF8E0-412F-8EF9-E75A-7FB428E3D366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FB0BF0B-9CB8-D0E4-4036-B729C4216E97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B5382C92-93C1-6332-43C3-5DD4162901B6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32250ED-9D5A-8A23-7B11-282EEB417BE0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7C0DDD53-2698-FD11-91F3-4BAD90AF4CB4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</p:spTree>
    <p:extLst>
      <p:ext uri="{BB962C8B-B14F-4D97-AF65-F5344CB8AC3E}">
        <p14:creationId xmlns:p14="http://schemas.microsoft.com/office/powerpoint/2010/main" val="12358547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7BC38-B9BE-ED04-3021-479F16442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6C98A9C-51D1-52C8-67F6-9312C34C6F03}"/>
              </a:ext>
            </a:extLst>
          </p:cNvPr>
          <p:cNvCxnSpPr>
            <a:cxnSpLocks/>
            <a:stCxn id="72" idx="2"/>
            <a:endCxn id="53" idx="0"/>
          </p:cNvCxnSpPr>
          <p:nvPr/>
        </p:nvCxnSpPr>
        <p:spPr>
          <a:xfrm flipH="1">
            <a:off x="2872406" y="3171256"/>
            <a:ext cx="89796" cy="14419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2254C414-CC67-C15A-69C2-2130654C12B5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E7C9340A-7E25-9AB4-E345-F88E6017876B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9E897DA9-5166-41DC-9B93-6C2D8DD1083C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A28A1B16-72E1-BC38-9DE4-C43DC435D048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F2D6191F-4F08-2465-6F42-F528909C72ED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F0F147D4-3B15-3948-AAC7-11C97CF964B5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6B2E6A37-B680-3879-C1FB-9BDD280008B3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1C303B55-D8BB-A164-87DB-04466FE06BEF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2D2A5FED-BB1B-460D-F31E-79F611DC267C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7FDA648-D88E-BA2A-3B63-96011D3F804A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A2D21F2-2C54-C4EF-8AF0-C67B55D8D47A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B108F1A4-9316-0F9B-A3D1-C08207B40F60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D8CF5E0A-BF4C-22AF-A0FE-F7D512EC3E9A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B29B825B-6FA4-8D0D-55CE-DC2A0F9B9CEA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2BAB5F1-5E33-0248-470F-C757DF582198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85A29D5-CC9C-76EB-F143-17E4ABB7D95F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B4781A8F-C079-EC10-7489-08B55464D367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64E3B8D8-14F9-61D3-B8B1-19E739A2F020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BFDFA945-1E28-34E6-0B2B-4578DF4764B6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C4B1C84-F41B-D8A1-25EC-F1099EED2CE0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D20596C-4CF8-7393-0963-CC91B0F4B051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28161CB-F925-0056-1B3F-1BADCAD13EED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74CA1051-FC36-7BE9-5926-74BB9BEF4DBC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407C4ECA-F9F9-3809-BFB6-6D5EB01B2700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E35982-12AC-2D29-7B3C-25DD13A114F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C13DC64-0595-2AB7-2E7D-88479B58F9B9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EDEFD985-84B8-6888-0946-24CF2EA1465F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688E5F8E-CC6E-4834-97A5-6893B283C7FA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4D2B6C5-23F0-E4A1-1F20-9100AA9ABB62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F5A469FF-7E1F-ABE3-D364-35510234CA3A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2A9B5CB-725D-28D0-551D-AF0CB9A18207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84A1BC11-AC38-D31B-89B7-4F945E48197C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78E1F4F3-D789-0875-DE4D-6BC2966CD050}"/>
              </a:ext>
            </a:extLst>
          </p:cNvPr>
          <p:cNvSpPr/>
          <p:nvPr/>
        </p:nvSpPr>
        <p:spPr>
          <a:xfrm>
            <a:off x="5985090" y="1117583"/>
            <a:ext cx="2337472" cy="2196740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sz="1100" dirty="0" err="1">
                <a:solidFill>
                  <a:schemeClr val="tx1"/>
                </a:solidFill>
              </a:rPr>
              <a:t>WebApplication</a:t>
            </a:r>
            <a:endParaRPr lang="en-US" sz="1100" dirty="0">
              <a:solidFill>
                <a:schemeClr val="tx1"/>
              </a:solidFill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3FAD2AB-D964-0050-821F-5EE0816B62EA}"/>
              </a:ext>
            </a:extLst>
          </p:cNvPr>
          <p:cNvGrpSpPr/>
          <p:nvPr/>
        </p:nvGrpSpPr>
        <p:grpSpPr>
          <a:xfrm>
            <a:off x="6228850" y="1276907"/>
            <a:ext cx="1849953" cy="1878092"/>
            <a:chOff x="7265524" y="1239775"/>
            <a:chExt cx="1849953" cy="1878092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C38C70B3-BBCC-569D-BA7A-BA6B736F8C06}"/>
                </a:ext>
              </a:extLst>
            </p:cNvPr>
            <p:cNvGrpSpPr/>
            <p:nvPr/>
          </p:nvGrpSpPr>
          <p:grpSpPr>
            <a:xfrm>
              <a:off x="8344056" y="2302389"/>
              <a:ext cx="771421" cy="815478"/>
              <a:chOff x="6267214" y="1751069"/>
              <a:chExt cx="771421" cy="815478"/>
            </a:xfrm>
          </p:grpSpPr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0258F5CD-4860-2871-D663-4A992C8DD84B}"/>
                  </a:ext>
                </a:extLst>
              </p:cNvPr>
              <p:cNvSpPr/>
              <p:nvPr/>
            </p:nvSpPr>
            <p:spPr>
              <a:xfrm>
                <a:off x="6267214" y="1990875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Service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Account</a:t>
                </a:r>
              </a:p>
            </p:txBody>
          </p:sp>
          <p:sp>
            <p:nvSpPr>
              <p:cNvPr id="107" name="Rectangle: Rounded Corners 106">
                <a:extLst>
                  <a:ext uri="{FF2B5EF4-FFF2-40B4-BE49-F238E27FC236}">
                    <a16:creationId xmlns:a16="http://schemas.microsoft.com/office/drawing/2014/main" id="{9576EA95-7F02-3148-E33E-FCE8196DEF97}"/>
                  </a:ext>
                </a:extLst>
              </p:cNvPr>
              <p:cNvSpPr/>
              <p:nvPr/>
            </p:nvSpPr>
            <p:spPr>
              <a:xfrm>
                <a:off x="6267214" y="1751069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account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6EC728AE-1E4E-152A-0AAA-D12D0CB87E7C}"/>
                </a:ext>
              </a:extLst>
            </p:cNvPr>
            <p:cNvGrpSpPr/>
            <p:nvPr/>
          </p:nvGrpSpPr>
          <p:grpSpPr>
            <a:xfrm>
              <a:off x="7265524" y="1239775"/>
              <a:ext cx="771421" cy="815478"/>
              <a:chOff x="6267214" y="1751069"/>
              <a:chExt cx="771421" cy="815478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E52D6ADA-115B-ADB9-086E-2D85981AB9C9}"/>
                  </a:ext>
                </a:extLst>
              </p:cNvPr>
              <p:cNvSpPr/>
              <p:nvPr/>
            </p:nvSpPr>
            <p:spPr>
              <a:xfrm>
                <a:off x="6267214" y="1990875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ClusterIP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5" name="Rectangle: Rounded Corners 104">
                <a:extLst>
                  <a:ext uri="{FF2B5EF4-FFF2-40B4-BE49-F238E27FC236}">
                    <a16:creationId xmlns:a16="http://schemas.microsoft.com/office/drawing/2014/main" id="{E1F1B938-C702-552F-B1A4-4ABA005CE2BE}"/>
                  </a:ext>
                </a:extLst>
              </p:cNvPr>
              <p:cNvSpPr/>
              <p:nvPr/>
            </p:nvSpPr>
            <p:spPr>
              <a:xfrm>
                <a:off x="6267214" y="1751069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service</a:t>
                </a:r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91ABC80-3258-72C4-DBDF-1E4387331858}"/>
                </a:ext>
              </a:extLst>
            </p:cNvPr>
            <p:cNvGrpSpPr/>
            <p:nvPr/>
          </p:nvGrpSpPr>
          <p:grpSpPr>
            <a:xfrm>
              <a:off x="8344056" y="1239775"/>
              <a:ext cx="771421" cy="815478"/>
              <a:chOff x="6267214" y="1751069"/>
              <a:chExt cx="771421" cy="815478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C295C53C-03B8-DA99-5010-E8876EFA6D02}"/>
                  </a:ext>
                </a:extLst>
              </p:cNvPr>
              <p:cNvSpPr/>
              <p:nvPr/>
            </p:nvSpPr>
            <p:spPr>
              <a:xfrm>
                <a:off x="6267214" y="1990875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Deployment</a:t>
                </a:r>
              </a:p>
            </p:txBody>
          </p:sp>
          <p:sp>
            <p:nvSpPr>
              <p:cNvPr id="103" name="Rectangle: Rounded Corners 102">
                <a:extLst>
                  <a:ext uri="{FF2B5EF4-FFF2-40B4-BE49-F238E27FC236}">
                    <a16:creationId xmlns:a16="http://schemas.microsoft.com/office/drawing/2014/main" id="{3BA752BB-BE89-46A5-261B-6695E37AFB59}"/>
                  </a:ext>
                </a:extLst>
              </p:cNvPr>
              <p:cNvSpPr/>
              <p:nvPr/>
            </p:nvSpPr>
            <p:spPr>
              <a:xfrm>
                <a:off x="6267214" y="1751069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deployment</a:t>
                </a:r>
              </a:p>
            </p:txBody>
          </p:sp>
        </p:grp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B77B351-A872-3DB2-BBD5-B82632092589}"/>
                </a:ext>
              </a:extLst>
            </p:cNvPr>
            <p:cNvCxnSpPr>
              <a:cxnSpLocks/>
              <a:stCxn id="103" idx="1"/>
              <a:endCxn id="105" idx="3"/>
            </p:cNvCxnSpPr>
            <p:nvPr/>
          </p:nvCxnSpPr>
          <p:spPr>
            <a:xfrm flipH="1">
              <a:off x="8036944" y="1647514"/>
              <a:ext cx="30711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E4DBB353-CD03-E380-F9E7-E4844BCB44C2}"/>
                </a:ext>
              </a:extLst>
            </p:cNvPr>
            <p:cNvCxnSpPr>
              <a:cxnSpLocks/>
              <a:stCxn id="107" idx="0"/>
              <a:endCxn id="103" idx="2"/>
            </p:cNvCxnSpPr>
            <p:nvPr/>
          </p:nvCxnSpPr>
          <p:spPr>
            <a:xfrm flipV="1">
              <a:off x="8729766" y="2055253"/>
              <a:ext cx="0" cy="247136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9F19530E-CB7B-4E9A-8BEA-45B6BDBE1DD6}"/>
              </a:ext>
            </a:extLst>
          </p:cNvPr>
          <p:cNvCxnSpPr>
            <a:cxnSpLocks/>
          </p:cNvCxnSpPr>
          <p:nvPr/>
        </p:nvCxnSpPr>
        <p:spPr>
          <a:xfrm flipH="1" flipV="1">
            <a:off x="5609887" y="960995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Flowchart: Multidocument 109">
            <a:extLst>
              <a:ext uri="{FF2B5EF4-FFF2-40B4-BE49-F238E27FC236}">
                <a16:creationId xmlns:a16="http://schemas.microsoft.com/office/drawing/2014/main" id="{E801C217-600E-9CFD-1B12-3437C8F5D85C}"/>
              </a:ext>
            </a:extLst>
          </p:cNvPr>
          <p:cNvSpPr/>
          <p:nvPr/>
        </p:nvSpPr>
        <p:spPr>
          <a:xfrm>
            <a:off x="8982393" y="147637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Kubernetes Profile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771A924B-3931-8003-0111-F8783A2E2C75}"/>
              </a:ext>
            </a:extLst>
          </p:cNvPr>
          <p:cNvCxnSpPr>
            <a:cxnSpLocks/>
          </p:cNvCxnSpPr>
          <p:nvPr/>
        </p:nvCxnSpPr>
        <p:spPr>
          <a:xfrm flipH="1" flipV="1">
            <a:off x="8661753" y="960995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EC55048F-6D97-5F9F-2D72-CB22D888A644}"/>
              </a:ext>
            </a:extLst>
          </p:cNvPr>
          <p:cNvCxnSpPr>
            <a:cxnSpLocks/>
            <a:stCxn id="110" idx="1"/>
          </p:cNvCxnSpPr>
          <p:nvPr/>
        </p:nvCxnSpPr>
        <p:spPr>
          <a:xfrm flipH="1">
            <a:off x="8322562" y="1819271"/>
            <a:ext cx="659831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8B90E19E-875B-20E6-534D-D641B407F2D6}"/>
              </a:ext>
            </a:extLst>
          </p:cNvPr>
          <p:cNvSpPr/>
          <p:nvPr/>
        </p:nvSpPr>
        <p:spPr>
          <a:xfrm>
            <a:off x="3332302" y="1432380"/>
            <a:ext cx="2641600" cy="880363"/>
          </a:xfrm>
          <a:custGeom>
            <a:avLst/>
            <a:gdLst>
              <a:gd name="connsiteX0" fmla="*/ 2641600 w 2641600"/>
              <a:gd name="connsiteY0" fmla="*/ 132217 h 880363"/>
              <a:gd name="connsiteX1" fmla="*/ 1634837 w 2641600"/>
              <a:gd name="connsiteY1" fmla="*/ 58326 h 880363"/>
              <a:gd name="connsiteX2" fmla="*/ 0 w 2641600"/>
              <a:gd name="connsiteY2" fmla="*/ 880363 h 880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41600" h="880363">
                <a:moveTo>
                  <a:pt x="2641600" y="132217"/>
                </a:moveTo>
                <a:cubicBezTo>
                  <a:pt x="2358352" y="32926"/>
                  <a:pt x="2075104" y="-66365"/>
                  <a:pt x="1634837" y="58326"/>
                </a:cubicBezTo>
                <a:cubicBezTo>
                  <a:pt x="1194570" y="183017"/>
                  <a:pt x="597285" y="531690"/>
                  <a:pt x="0" y="880363"/>
                </a:cubicBezTo>
              </a:path>
            </a:pathLst>
          </a:custGeom>
          <a:ln w="28575">
            <a:solidFill>
              <a:schemeClr val="accent2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CC0F2AE-688E-D115-675C-069DDD0BD18F}"/>
              </a:ext>
            </a:extLst>
          </p:cNvPr>
          <p:cNvSpPr txBox="1"/>
          <p:nvPr/>
        </p:nvSpPr>
        <p:spPr>
          <a:xfrm>
            <a:off x="4332283" y="1520293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</p:spTree>
    <p:extLst>
      <p:ext uri="{BB962C8B-B14F-4D97-AF65-F5344CB8AC3E}">
        <p14:creationId xmlns:p14="http://schemas.microsoft.com/office/powerpoint/2010/main" val="2723890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D1E3-8AAC-16B2-E57C-11F89251B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31C79FC6-A171-7039-7711-CCF354733DFF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3D8C9906-041F-F7A3-D927-6D9A20DFFC79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B964AC2F-499F-B9EB-F89C-A6DDF29A2090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57EB32B5-657E-5960-A11C-26978A02398D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E4F4E8F6-9D6A-2899-54A2-FE30C23A78E0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7C48E7E6-8746-8F3D-3D61-E23F7147FADE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F840C8ED-86AB-656A-08E5-FD15B7083752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709AF544-4899-1958-92FF-732DA52A3AB7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F681A24B-0A26-2AEF-7741-BA358AFA62AA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FE26A2F-B59F-AA02-2720-45E5759787F4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CB3A563-8339-86AA-7050-6710E349756B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BA76704-032A-73CC-2F67-4060EE0F19D0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904D30E5-2DEB-5DE8-9F5F-6E60AD03B3C0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F31CACE7-F39B-4687-48E9-1FF548A385C2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ECC167A-6893-8154-7858-2441054271EF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8CD5E181-772C-A6F6-8158-A479DC93BEFE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33FF3BE-F6C4-A1D3-1E59-B14EB370F55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59940DE1-D711-F74E-E8C9-E652EA67E902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55CF67EF-BD42-DDCC-5533-9BDDA10C4B8C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0897504-13CE-C5DD-87B3-47D605A1DD98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02A4C975-7A9F-2622-9D5D-A6B14E61A57C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6F4153E-8917-0823-AA59-A19D88C121D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1EE37F6B-101C-666E-636A-DBA2BA91A4F4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195F9C85-B14D-C5E2-7C75-7C807B97E3D9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55F338E-296B-022F-BFB4-BBB42F93BB92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4D61D9C-BA7F-B315-DEA0-90C4BEEE1608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3D18E477-2760-FCA5-AD3E-33A6AD75F2BA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D0373C1-2B86-1840-3038-642413AC607F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A4F60FF-80A9-8BA5-E0EC-23EAA7DC46B8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9C9E5D24-0EBA-9F9B-8A8A-BD803955E877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2781E05-D109-4D5B-2BDD-721F489BF43A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5FBD69B1-B4B5-5CC5-2908-4B222A770165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ABC6C97-DEE9-57B8-DB51-9F315778D2D9}"/>
              </a:ext>
            </a:extLst>
          </p:cNvPr>
          <p:cNvCxnSpPr>
            <a:cxnSpLocks/>
            <a:endCxn id="63" idx="1"/>
          </p:cNvCxnSpPr>
          <p:nvPr/>
        </p:nvCxnSpPr>
        <p:spPr>
          <a:xfrm>
            <a:off x="2962203" y="3203494"/>
            <a:ext cx="841771" cy="1406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2931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5F3CC-43B2-6510-5270-8C931A024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B5A49B51-73E7-EA3E-861F-21F482EF4061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680B8392-6758-EE6D-949F-5C954B814972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0D2CB78C-1592-0102-7F3B-0700297C96A5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55D7ED5B-F54B-9D10-A862-C3D81A91A0BD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E55D8201-5D05-9967-D532-0B34A49CCD21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F51E5BFB-AFAB-F4DF-C9BF-702087B01684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C410C3EB-51F3-2BB7-43CC-9D06A0E58EDF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DDF12E88-871B-2FF5-3A9F-B692CE8F515D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3681721E-20F2-4DAE-857A-3246F86203C7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E41FC28-59E8-2175-C55F-5AF3DF81754E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562D288-8EC1-0909-B3CC-54C2D696AB5E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992751DC-E829-8A9E-8835-39338C716BDE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2EA278BE-2DA4-2513-F6D9-8D8214BFFDEC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B66D1148-04F4-AADA-69F1-4A03BE48105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3976A3B-5F2B-D364-E7E9-E5801DD438B7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C0A1F80A-9817-A623-8C51-6F2B0144CE2B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9B7F6A3E-1573-3AD0-26E6-F785F72BEDD7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BDCED395-2537-39DD-E49B-B6067A894824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A860BF8F-B8A2-7B92-663A-2367E49A15C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1D702C4-A92F-94E1-A316-AE16ED189905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163099C-4F15-B20D-56F8-B6793D390EAB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821C96FD-7EB0-1452-9EFA-ABFBD17A7D60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E75DDC06-2C43-CBF5-F490-9EC711C7FDBC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270904AF-E020-A903-B839-2748C9CAE160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6BF5D47-4F96-15A6-143A-796FC6C38E5F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131D044-9877-0AA1-D56C-E4D5132C6C56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E942D794-430C-B0B5-E80B-2F9DFD99E6D9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171C157-B3B3-BE47-3466-6E1E50DA9B7F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31E597AC-33FF-75AD-4BDB-9ABEE305E0B3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630ECD49-8641-553F-5701-3893AFC897F8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ADF2727-6E92-04DC-0A77-A40F77057413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5E52C74F-C050-EB23-2327-CDEA97BE390B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46FB575-B7F1-0E90-D017-36789EF1EE64}"/>
              </a:ext>
            </a:extLst>
          </p:cNvPr>
          <p:cNvCxnSpPr>
            <a:cxnSpLocks/>
          </p:cNvCxnSpPr>
          <p:nvPr/>
        </p:nvCxnSpPr>
        <p:spPr>
          <a:xfrm flipH="1" flipV="1">
            <a:off x="5609887" y="960995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Flowchart: Multidocument 109">
            <a:extLst>
              <a:ext uri="{FF2B5EF4-FFF2-40B4-BE49-F238E27FC236}">
                <a16:creationId xmlns:a16="http://schemas.microsoft.com/office/drawing/2014/main" id="{8247722C-82BF-6EAD-8B83-2546304CAD01}"/>
              </a:ext>
            </a:extLst>
          </p:cNvPr>
          <p:cNvSpPr/>
          <p:nvPr/>
        </p:nvSpPr>
        <p:spPr>
          <a:xfrm>
            <a:off x="8982393" y="147637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Docker Profile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68F69F0-62C2-E0DA-E0CB-12ECFAC09A49}"/>
              </a:ext>
            </a:extLst>
          </p:cNvPr>
          <p:cNvCxnSpPr>
            <a:cxnSpLocks/>
          </p:cNvCxnSpPr>
          <p:nvPr/>
        </p:nvCxnSpPr>
        <p:spPr>
          <a:xfrm flipH="1" flipV="1">
            <a:off x="8661753" y="960995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CB24250-4318-EBAB-6765-3E496F9C77A9}"/>
              </a:ext>
            </a:extLst>
          </p:cNvPr>
          <p:cNvCxnSpPr>
            <a:cxnSpLocks/>
            <a:stCxn id="110" idx="1"/>
          </p:cNvCxnSpPr>
          <p:nvPr/>
        </p:nvCxnSpPr>
        <p:spPr>
          <a:xfrm flipH="1">
            <a:off x="8322562" y="1819271"/>
            <a:ext cx="659831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E5FFEE9F-9B8E-41A0-0226-B6A25C5F387B}"/>
              </a:ext>
            </a:extLst>
          </p:cNvPr>
          <p:cNvSpPr/>
          <p:nvPr/>
        </p:nvSpPr>
        <p:spPr>
          <a:xfrm>
            <a:off x="3332302" y="1432380"/>
            <a:ext cx="2641600" cy="880363"/>
          </a:xfrm>
          <a:custGeom>
            <a:avLst/>
            <a:gdLst>
              <a:gd name="connsiteX0" fmla="*/ 2641600 w 2641600"/>
              <a:gd name="connsiteY0" fmla="*/ 132217 h 880363"/>
              <a:gd name="connsiteX1" fmla="*/ 1634837 w 2641600"/>
              <a:gd name="connsiteY1" fmla="*/ 58326 h 880363"/>
              <a:gd name="connsiteX2" fmla="*/ 0 w 2641600"/>
              <a:gd name="connsiteY2" fmla="*/ 880363 h 880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41600" h="880363">
                <a:moveTo>
                  <a:pt x="2641600" y="132217"/>
                </a:moveTo>
                <a:cubicBezTo>
                  <a:pt x="2358352" y="32926"/>
                  <a:pt x="2075104" y="-66365"/>
                  <a:pt x="1634837" y="58326"/>
                </a:cubicBezTo>
                <a:cubicBezTo>
                  <a:pt x="1194570" y="183017"/>
                  <a:pt x="597285" y="531690"/>
                  <a:pt x="0" y="880363"/>
                </a:cubicBezTo>
              </a:path>
            </a:pathLst>
          </a:custGeom>
          <a:ln w="28575">
            <a:solidFill>
              <a:schemeClr val="accent2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7CC8475-27F8-AA17-05A5-9C6D96A8BA72}"/>
              </a:ext>
            </a:extLst>
          </p:cNvPr>
          <p:cNvSpPr txBox="1"/>
          <p:nvPr/>
        </p:nvSpPr>
        <p:spPr>
          <a:xfrm>
            <a:off x="4332283" y="1520293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70F4DC6-5CA2-9F43-9EDA-8BFC37C8C074}"/>
              </a:ext>
            </a:extLst>
          </p:cNvPr>
          <p:cNvGrpSpPr/>
          <p:nvPr/>
        </p:nvGrpSpPr>
        <p:grpSpPr>
          <a:xfrm>
            <a:off x="5987204" y="960995"/>
            <a:ext cx="2337472" cy="2196740"/>
            <a:chOff x="4927264" y="2379781"/>
            <a:chExt cx="2337472" cy="219674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8F2C64BF-0373-6CE7-F0BE-BD39CC79DA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03024" y="3279809"/>
              <a:ext cx="329273" cy="33651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2405572-C350-B60A-B1CC-C4A9D54B181D}"/>
                </a:ext>
              </a:extLst>
            </p:cNvPr>
            <p:cNvCxnSpPr>
              <a:cxnSpLocks/>
            </p:cNvCxnSpPr>
            <p:nvPr/>
          </p:nvCxnSpPr>
          <p:spPr>
            <a:xfrm>
              <a:off x="6408563" y="3279809"/>
              <a:ext cx="302546" cy="35181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84F5CB7-3593-3FAC-EC9C-434A78C357BB}"/>
                </a:ext>
              </a:extLst>
            </p:cNvPr>
            <p:cNvSpPr txBox="1"/>
            <p:nvPr/>
          </p:nvSpPr>
          <p:spPr>
            <a:xfrm>
              <a:off x="6326097" y="3325144"/>
              <a:ext cx="351058" cy="13849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900" dirty="0" err="1"/>
                <a:t>LinksTo</a:t>
              </a:r>
              <a:endParaRPr lang="en-US" sz="9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FB66197-0858-8AC9-CAC1-60985D92A11B}"/>
                </a:ext>
              </a:extLst>
            </p:cNvPr>
            <p:cNvSpPr txBox="1"/>
            <p:nvPr/>
          </p:nvSpPr>
          <p:spPr>
            <a:xfrm>
              <a:off x="5227327" y="3339652"/>
              <a:ext cx="527387" cy="13849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900" dirty="0" err="1"/>
                <a:t>AttachesTo</a:t>
              </a:r>
              <a:endParaRPr lang="en-US" sz="900" dirty="0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667F3B3-9671-E0CC-B98B-BF2BADF4029F}"/>
                </a:ext>
              </a:extLst>
            </p:cNvPr>
            <p:cNvGrpSpPr/>
            <p:nvPr/>
          </p:nvGrpSpPr>
          <p:grpSpPr>
            <a:xfrm>
              <a:off x="5227327" y="3638197"/>
              <a:ext cx="630738" cy="785945"/>
              <a:chOff x="4872287" y="3417477"/>
              <a:chExt cx="630738" cy="785945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6F0F99C-908C-2040-DBBA-15A8737360FD}"/>
                  </a:ext>
                </a:extLst>
              </p:cNvPr>
              <p:cNvSpPr/>
              <p:nvPr/>
            </p:nvSpPr>
            <p:spPr>
              <a:xfrm>
                <a:off x="4872287" y="3757726"/>
                <a:ext cx="630738" cy="18497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Volume</a:t>
                </a: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56D0CBA2-AEFE-7C53-CF11-828EB000DF3C}"/>
                  </a:ext>
                </a:extLst>
              </p:cNvPr>
              <p:cNvSpPr/>
              <p:nvPr/>
            </p:nvSpPr>
            <p:spPr>
              <a:xfrm>
                <a:off x="4872287" y="3417477"/>
                <a:ext cx="630737" cy="685800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288" tIns="0" rIns="0" rtlCol="0" anchor="t" anchorCtr="0"/>
              <a:lstStyle/>
              <a:p>
                <a:r>
                  <a:rPr lang="en-US" sz="800" dirty="0">
                    <a:solidFill>
                      <a:prstClr val="black"/>
                    </a:solidFill>
                  </a:rPr>
                  <a:t>config_</a:t>
                </a:r>
              </a:p>
              <a:p>
                <a:r>
                  <a:rPr lang="en-US" sz="800" dirty="0">
                    <a:solidFill>
                      <a:prstClr val="black"/>
                    </a:solidFill>
                  </a:rPr>
                  <a:t>volume</a:t>
                </a:r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59E2E4B4-950E-8963-90A7-555D1EBF768F}"/>
                  </a:ext>
                </a:extLst>
              </p:cNvPr>
              <p:cNvGrpSpPr/>
              <p:nvPr/>
            </p:nvGrpSpPr>
            <p:grpSpPr>
              <a:xfrm>
                <a:off x="5040798" y="4018756"/>
                <a:ext cx="274320" cy="184666"/>
                <a:chOff x="5787391" y="5227332"/>
                <a:chExt cx="274320" cy="184666"/>
              </a:xfrm>
            </p:grpSpPr>
            <p:sp>
              <p:nvSpPr>
                <p:cNvPr id="26" name="Flowchart: Off-page Connector 25">
                  <a:extLst>
                    <a:ext uri="{FF2B5EF4-FFF2-40B4-BE49-F238E27FC236}">
                      <a16:creationId xmlns:a16="http://schemas.microsoft.com/office/drawing/2014/main" id="{402E5189-C949-F56C-E869-B3074071FDB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7391" y="5227332"/>
                  <a:ext cx="274320" cy="184666"/>
                </a:xfrm>
                <a:prstGeom prst="flowChartOffpageConnector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tlCol="0" anchor="t" anchorCtr="0"/>
                <a:lstStyle/>
                <a:p>
                  <a:endParaRPr lang="en-US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A61B260-EEFF-B3D7-9BD5-AB6ED1E1EF05}"/>
                    </a:ext>
                  </a:extLst>
                </p:cNvPr>
                <p:cNvSpPr txBox="1"/>
                <p:nvPr/>
              </p:nvSpPr>
              <p:spPr>
                <a:xfrm>
                  <a:off x="5810251" y="5241182"/>
                  <a:ext cx="228601" cy="1569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18288" rtlCol="0">
                  <a:spAutoFit/>
                </a:bodyPr>
                <a:lstStyle/>
                <a:p>
                  <a:pPr algn="ctr"/>
                  <a:r>
                    <a:rPr lang="en-US" sz="900" dirty="0"/>
                    <a:t>host</a:t>
                  </a:r>
                </a:p>
              </p:txBody>
            </p: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73C5DE3D-3A1A-A27A-8555-4719829FFE3C}"/>
                </a:ext>
              </a:extLst>
            </p:cNvPr>
            <p:cNvGrpSpPr/>
            <p:nvPr/>
          </p:nvGrpSpPr>
          <p:grpSpPr>
            <a:xfrm>
              <a:off x="5811534" y="2631532"/>
              <a:ext cx="630738" cy="785945"/>
              <a:chOff x="5787324" y="2631532"/>
              <a:chExt cx="630738" cy="78594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687D476-AC3B-D61B-3E47-ABFC07423F97}"/>
                  </a:ext>
                </a:extLst>
              </p:cNvPr>
              <p:cNvSpPr/>
              <p:nvPr/>
            </p:nvSpPr>
            <p:spPr>
              <a:xfrm>
                <a:off x="5787324" y="2830376"/>
                <a:ext cx="630738" cy="18497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900" dirty="0">
                    <a:solidFill>
                      <a:prstClr val="black"/>
                    </a:solidFill>
                  </a:rPr>
                  <a:t>Container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AA0EAC57-4413-8A5D-E44D-5C26B0F25D46}"/>
                  </a:ext>
                </a:extLst>
              </p:cNvPr>
              <p:cNvSpPr/>
              <p:nvPr/>
            </p:nvSpPr>
            <p:spPr>
              <a:xfrm>
                <a:off x="5787324" y="2631532"/>
                <a:ext cx="630737" cy="685800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r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web-app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27FCEE81-38EB-EBFF-181A-015C8A07F270}"/>
                  </a:ext>
                </a:extLst>
              </p:cNvPr>
              <p:cNvGrpSpPr/>
              <p:nvPr/>
            </p:nvGrpSpPr>
            <p:grpSpPr>
              <a:xfrm>
                <a:off x="5961281" y="3232811"/>
                <a:ext cx="274320" cy="184666"/>
                <a:chOff x="5787391" y="5227332"/>
                <a:chExt cx="274320" cy="184666"/>
              </a:xfrm>
            </p:grpSpPr>
            <p:sp>
              <p:nvSpPr>
                <p:cNvPr id="29" name="Flowchart: Off-page Connector 28">
                  <a:extLst>
                    <a:ext uri="{FF2B5EF4-FFF2-40B4-BE49-F238E27FC236}">
                      <a16:creationId xmlns:a16="http://schemas.microsoft.com/office/drawing/2014/main" id="{04B24DDB-95A6-535E-C29E-3DE5502A13B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7391" y="5227332"/>
                  <a:ext cx="274320" cy="184666"/>
                </a:xfrm>
                <a:prstGeom prst="flowChartOffpageConnector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tlCol="0" anchor="t" anchorCtr="0"/>
                <a:lstStyle/>
                <a:p>
                  <a:endParaRPr lang="en-US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251EE1A-5FAB-3806-FE4B-A47E9183A6D3}"/>
                    </a:ext>
                  </a:extLst>
                </p:cNvPr>
                <p:cNvSpPr txBox="1"/>
                <p:nvPr/>
              </p:nvSpPr>
              <p:spPr>
                <a:xfrm>
                  <a:off x="5810251" y="5241182"/>
                  <a:ext cx="228601" cy="1569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18288" rtlCol="0">
                  <a:spAutoFit/>
                </a:bodyPr>
                <a:lstStyle/>
                <a:p>
                  <a:pPr algn="ctr"/>
                  <a:r>
                    <a:rPr lang="en-US" sz="900" dirty="0"/>
                    <a:t>host</a:t>
                  </a:r>
                </a:p>
              </p:txBody>
            </p:sp>
          </p:grp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70477FAE-AB03-2F62-A835-B1D59D71A82A}"/>
                </a:ext>
              </a:extLst>
            </p:cNvPr>
            <p:cNvGrpSpPr/>
            <p:nvPr/>
          </p:nvGrpSpPr>
          <p:grpSpPr>
            <a:xfrm>
              <a:off x="6395740" y="3645440"/>
              <a:ext cx="630738" cy="778702"/>
              <a:chOff x="6705979" y="3417477"/>
              <a:chExt cx="630738" cy="778702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0C94058-C0C1-76C8-42D8-81746E71D37E}"/>
                  </a:ext>
                </a:extLst>
              </p:cNvPr>
              <p:cNvSpPr/>
              <p:nvPr/>
            </p:nvSpPr>
            <p:spPr>
              <a:xfrm>
                <a:off x="6705979" y="3734307"/>
                <a:ext cx="630738" cy="18497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MacVLAN</a:t>
                </a:r>
                <a:r>
                  <a:rPr lang="en-US" sz="800" dirty="0">
                    <a:solidFill>
                      <a:prstClr val="black"/>
                    </a:solidFill>
                  </a:rPr>
                  <a:t>Port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1944808E-05D4-07E0-3C82-9C62A71C7C54}"/>
                  </a:ext>
                </a:extLst>
              </p:cNvPr>
              <p:cNvSpPr/>
              <p:nvPr/>
            </p:nvSpPr>
            <p:spPr>
              <a:xfrm>
                <a:off x="6705979" y="3417477"/>
                <a:ext cx="630737" cy="685800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" tIns="0" rIns="0" rtlCol="0" anchor="t" anchorCtr="0"/>
              <a:lstStyle/>
              <a:p>
                <a:r>
                  <a:rPr lang="en-US" sz="800" dirty="0" err="1">
                    <a:solidFill>
                      <a:prstClr val="black"/>
                    </a:solidFill>
                  </a:rPr>
                  <a:t>macvlanport</a:t>
                </a:r>
                <a:endParaRPr lang="en-US" sz="80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2D2FDD5-2A1B-FFF8-C641-BA76DDF65FD7}"/>
                  </a:ext>
                </a:extLst>
              </p:cNvPr>
              <p:cNvGrpSpPr/>
              <p:nvPr/>
            </p:nvGrpSpPr>
            <p:grpSpPr>
              <a:xfrm>
                <a:off x="6884187" y="4011513"/>
                <a:ext cx="274320" cy="184666"/>
                <a:chOff x="5787391" y="5227332"/>
                <a:chExt cx="274320" cy="184666"/>
              </a:xfrm>
            </p:grpSpPr>
            <p:sp>
              <p:nvSpPr>
                <p:cNvPr id="32" name="Flowchart: Off-page Connector 31">
                  <a:extLst>
                    <a:ext uri="{FF2B5EF4-FFF2-40B4-BE49-F238E27FC236}">
                      <a16:creationId xmlns:a16="http://schemas.microsoft.com/office/drawing/2014/main" id="{848CC48F-4630-F368-0D12-0CF047A3CBF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7391" y="5227332"/>
                  <a:ext cx="274320" cy="184666"/>
                </a:xfrm>
                <a:prstGeom prst="flowChartOffpageConnector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tlCol="0" anchor="t" anchorCtr="0"/>
                <a:lstStyle/>
                <a:p>
                  <a:endParaRPr lang="en-US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E8944EF7-8413-3025-3BC8-8B63CCAF5C3D}"/>
                    </a:ext>
                  </a:extLst>
                </p:cNvPr>
                <p:cNvSpPr txBox="1"/>
                <p:nvPr/>
              </p:nvSpPr>
              <p:spPr>
                <a:xfrm>
                  <a:off x="5810251" y="5241182"/>
                  <a:ext cx="228601" cy="1569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18288" rtlCol="0">
                  <a:spAutoFit/>
                </a:bodyPr>
                <a:lstStyle/>
                <a:p>
                  <a:pPr algn="ctr"/>
                  <a:r>
                    <a:rPr lang="en-US" sz="900" dirty="0"/>
                    <a:t>host</a:t>
                  </a:r>
                </a:p>
              </p:txBody>
            </p:sp>
          </p:grpSp>
        </p:grp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D4DFE36F-0581-7456-209B-113C81C6D12A}"/>
                </a:ext>
              </a:extLst>
            </p:cNvPr>
            <p:cNvSpPr/>
            <p:nvPr/>
          </p:nvSpPr>
          <p:spPr>
            <a:xfrm>
              <a:off x="4927264" y="2379781"/>
              <a:ext cx="2337472" cy="2196740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Web</a:t>
              </a:r>
            </a:p>
            <a:p>
              <a:r>
                <a:rPr lang="en-US" sz="1100" dirty="0">
                  <a:solidFill>
                    <a:schemeClr val="tx1"/>
                  </a:solidFill>
                </a:rPr>
                <a:t>Application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B6E5BE-013F-6D89-6068-8721C155332E}"/>
              </a:ext>
            </a:extLst>
          </p:cNvPr>
          <p:cNvCxnSpPr>
            <a:cxnSpLocks/>
            <a:endCxn id="63" idx="1"/>
          </p:cNvCxnSpPr>
          <p:nvPr/>
        </p:nvCxnSpPr>
        <p:spPr>
          <a:xfrm>
            <a:off x="2962203" y="3203494"/>
            <a:ext cx="841771" cy="1406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4457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7F74D762-B5A3-7B54-4461-524A590C1349}"/>
              </a:ext>
            </a:extLst>
          </p:cNvPr>
          <p:cNvGrpSpPr/>
          <p:nvPr/>
        </p:nvGrpSpPr>
        <p:grpSpPr>
          <a:xfrm>
            <a:off x="4513025" y="2121980"/>
            <a:ext cx="3165950" cy="2614040"/>
            <a:chOff x="3554741" y="1224018"/>
            <a:chExt cx="3165950" cy="261404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AF14AF-0AC9-C02B-7F3A-BD174B03D6B9}"/>
                </a:ext>
              </a:extLst>
            </p:cNvPr>
            <p:cNvSpPr txBox="1"/>
            <p:nvPr/>
          </p:nvSpPr>
          <p:spPr>
            <a:xfrm>
              <a:off x="4838997" y="3530281"/>
              <a:ext cx="67326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Runtime</a:t>
              </a:r>
            </a:p>
            <a:p>
              <a:r>
                <a:rPr lang="en-US" dirty="0"/>
                <a:t>Environment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D6E3D47-B240-8625-BD79-907C9A2F5024}"/>
                </a:ext>
              </a:extLst>
            </p:cNvPr>
            <p:cNvSpPr txBox="1"/>
            <p:nvPr/>
          </p:nvSpPr>
          <p:spPr>
            <a:xfrm>
              <a:off x="4838997" y="1224018"/>
              <a:ext cx="67326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Runtime</a:t>
              </a:r>
            </a:p>
            <a:p>
              <a:r>
                <a:rPr lang="en-US" dirty="0"/>
                <a:t>Environment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586C25-E033-E60B-56ED-6B0CF1BE1D8F}"/>
                </a:ext>
              </a:extLst>
            </p:cNvPr>
            <p:cNvSpPr txBox="1"/>
            <p:nvPr/>
          </p:nvSpPr>
          <p:spPr>
            <a:xfrm>
              <a:off x="3554741" y="2885650"/>
              <a:ext cx="700513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Management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C827346-163F-EA00-4115-78725DB89C8A}"/>
                </a:ext>
              </a:extLst>
            </p:cNvPr>
            <p:cNvSpPr txBox="1"/>
            <p:nvPr/>
          </p:nvSpPr>
          <p:spPr>
            <a:xfrm>
              <a:off x="3580389" y="1837256"/>
              <a:ext cx="674865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sz="1000" dirty="0"/>
                <a:t>Core</a:t>
              </a:r>
            </a:p>
            <a:p>
              <a:pPr algn="ctr"/>
              <a:r>
                <a:rPr lang="en-US" sz="1000" dirty="0"/>
                <a:t>Functionality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6ABFA17-FAA5-3D41-19D4-49DC5AA68718}"/>
                </a:ext>
              </a:extLst>
            </p:cNvPr>
            <p:cNvSpPr txBox="1"/>
            <p:nvPr/>
          </p:nvSpPr>
          <p:spPr>
            <a:xfrm>
              <a:off x="6135595" y="2926843"/>
              <a:ext cx="419987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Security</a:t>
              </a:r>
            </a:p>
          </p:txBody>
        </p:sp>
        <p:sp>
          <p:nvSpPr>
            <p:cNvPr id="17" name="Hexagon 16">
              <a:extLst>
                <a:ext uri="{FF2B5EF4-FFF2-40B4-BE49-F238E27FC236}">
                  <a16:creationId xmlns:a16="http://schemas.microsoft.com/office/drawing/2014/main" id="{E95C2F97-BFE3-C3EE-B395-03B667E469E8}"/>
                </a:ext>
              </a:extLst>
            </p:cNvPr>
            <p:cNvSpPr/>
            <p:nvPr/>
          </p:nvSpPr>
          <p:spPr>
            <a:xfrm>
              <a:off x="4267200" y="1724973"/>
              <a:ext cx="1828800" cy="1581912"/>
            </a:xfrm>
            <a:prstGeom prst="hexagon">
              <a:avLst>
                <a:gd name="adj" fmla="val 27384"/>
                <a:gd name="vf" fmla="val 115470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8" name="Arrow: Chevron 17">
              <a:extLst>
                <a:ext uri="{FF2B5EF4-FFF2-40B4-BE49-F238E27FC236}">
                  <a16:creationId xmlns:a16="http://schemas.microsoft.com/office/drawing/2014/main" id="{4B046BA9-74BE-E637-5424-7FD01C6DD2C6}"/>
                </a:ext>
              </a:extLst>
            </p:cNvPr>
            <p:cNvSpPr/>
            <p:nvPr/>
          </p:nvSpPr>
          <p:spPr>
            <a:xfrm rot="1800000">
              <a:off x="4318684" y="1889001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19" name="Arrow: Pentagon 18">
              <a:extLst>
                <a:ext uri="{FF2B5EF4-FFF2-40B4-BE49-F238E27FC236}">
                  <a16:creationId xmlns:a16="http://schemas.microsoft.com/office/drawing/2014/main" id="{6F7338BE-CB1B-7E4E-8D94-1D2FD5A03765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745956" y="2659976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 dirty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3" name="Arrow: Chevron 2">
              <a:extLst>
                <a:ext uri="{FF2B5EF4-FFF2-40B4-BE49-F238E27FC236}">
                  <a16:creationId xmlns:a16="http://schemas.microsoft.com/office/drawing/2014/main" id="{CEF36FB4-7E3D-790A-59D4-5F84839D8DD3}"/>
                </a:ext>
              </a:extLst>
            </p:cNvPr>
            <p:cNvSpPr/>
            <p:nvPr/>
          </p:nvSpPr>
          <p:spPr>
            <a:xfrm rot="5400000">
              <a:off x="5011035" y="1485952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846BF63E-1BEF-06F8-E940-C6F835AC8D07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010536" y="3063920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1" name="Arrow: Chevron 20">
              <a:extLst>
                <a:ext uri="{FF2B5EF4-FFF2-40B4-BE49-F238E27FC236}">
                  <a16:creationId xmlns:a16="http://schemas.microsoft.com/office/drawing/2014/main" id="{8681C469-77F3-DC1E-9772-B21B0DEFCA45}"/>
                </a:ext>
              </a:extLst>
            </p:cNvPr>
            <p:cNvSpPr/>
            <p:nvPr/>
          </p:nvSpPr>
          <p:spPr>
            <a:xfrm rot="9000000">
              <a:off x="5746455" y="1889001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3" name="Arrow: Pentagon 22">
              <a:extLst>
                <a:ext uri="{FF2B5EF4-FFF2-40B4-BE49-F238E27FC236}">
                  <a16:creationId xmlns:a16="http://schemas.microsoft.com/office/drawing/2014/main" id="{1995ACD3-1374-527A-6A1C-2E38EF914677}"/>
                </a:ext>
              </a:extLst>
            </p:cNvPr>
            <p:cNvSpPr>
              <a:spLocks noChangeAspect="1"/>
            </p:cNvSpPr>
            <p:nvPr/>
          </p:nvSpPr>
          <p:spPr>
            <a:xfrm rot="9000000">
              <a:off x="4318185" y="2659976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 dirty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74B31CB-55E7-DB6C-6319-DE608E766ED0}"/>
                </a:ext>
              </a:extLst>
            </p:cNvPr>
            <p:cNvSpPr txBox="1"/>
            <p:nvPr/>
          </p:nvSpPr>
          <p:spPr>
            <a:xfrm>
              <a:off x="6135595" y="1918091"/>
              <a:ext cx="585096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Monitoring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5566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1134</TotalTime>
  <Words>421</Words>
  <Application>Microsoft Office PowerPoint</Application>
  <PresentationFormat>Widescreen</PresentationFormat>
  <Paragraphs>312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 Lauwers</dc:creator>
  <cp:lastModifiedBy>Chris Lauwers</cp:lastModifiedBy>
  <cp:revision>363</cp:revision>
  <dcterms:created xsi:type="dcterms:W3CDTF">2022-06-04T21:42:55Z</dcterms:created>
  <dcterms:modified xsi:type="dcterms:W3CDTF">2025-11-14T23:22:10Z</dcterms:modified>
</cp:coreProperties>
</file>