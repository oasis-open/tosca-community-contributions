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7" r:id="rId2"/>
    <p:sldId id="260" r:id="rId3"/>
    <p:sldId id="259" r:id="rId4"/>
    <p:sldId id="263" r:id="rId5"/>
    <p:sldId id="268" r:id="rId6"/>
    <p:sldId id="261" r:id="rId7"/>
    <p:sldId id="281" r:id="rId8"/>
    <p:sldId id="284" r:id="rId9"/>
    <p:sldId id="283" r:id="rId10"/>
    <p:sldId id="282" r:id="rId11"/>
    <p:sldId id="269" r:id="rId12"/>
    <p:sldId id="273" r:id="rId13"/>
    <p:sldId id="274" r:id="rId14"/>
    <p:sldId id="272" r:id="rId15"/>
    <p:sldId id="275" r:id="rId16"/>
    <p:sldId id="270" r:id="rId17"/>
    <p:sldId id="271" r:id="rId18"/>
    <p:sldId id="264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AEAEA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9C640-FDAB-4920-985D-AE6877D6D8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DF4E5-B912-44DE-B266-06BCB3F68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9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C3E1-A7B1-C956-F89C-8B09E4BAD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8DA49-12E1-CF1E-FDF4-D3675189B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B9FBA-FC7A-F874-AC33-BF8C7971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44DD-330B-3F0F-208E-BDA18804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CE2EB-B4BC-DC8F-68B4-9367A3FA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B28-C534-651E-F331-8A82299B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3197-8600-529E-F0BB-8240F11E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C03C-36B9-45B4-F253-E7A5297B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AB7A3-67FF-E2AD-9F55-5FB14B46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9E6B-834C-B181-F9CC-68261548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2CCC-241D-BE86-839A-9EA95EF1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8CD8-4E09-4E44-921D-FD7CB042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03FC-41CC-CB6E-D2AF-AB296AEB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7822-F064-F9AA-D9EB-1C932786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A43A-1D54-EE4A-7653-63667B4E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A28-7ACF-5048-7F56-19D868FA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75150-59E9-DEAC-E673-2815C3194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BD2D-53EA-C43B-0379-ECDD9CD06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754C8-979F-82D5-01FD-556F7522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E8CBD-5A6A-6ACC-1735-BFA016FF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B8A4-AACC-0D60-5503-DCFA91F3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4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81E7-6D3A-9873-B594-3896EA1B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B74C7-134F-F4CF-03EC-CF1851E6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75916-FA14-4FB7-3AAB-A82B159EF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0EC75-D15D-BA80-0E34-145FBA046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79759-6234-3F7E-C662-68B93E20F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9E83E-6867-8470-8AAE-6D660E91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0444-C087-2DE5-CED7-6884D33C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B977D-7885-7BF9-25EC-D0A6CA6B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1B3-8E2E-AC33-CFFD-8EDEE867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6CB4-4EFF-73EF-B71A-DBEB2CCA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1C715-D8A2-84F0-A9AF-F01FD1FB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FD856-74C8-78FA-DF6C-9C4355B5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1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73F93-8BA7-53FB-C4B7-843BC5E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7D192-B9D6-6AFE-0EDD-495DBB6A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40C-CE04-2979-06FA-40637858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6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D637-9B99-2625-AAAB-48E3FEBD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9AB6-907B-50AC-5408-D50278D5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C97C4-8EDA-7370-2FBA-2A71FDF87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BF94-E090-6145-A2A4-6F6DFE73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7CDF5-50B2-7ADF-DE1B-73613DA6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351A0-1A78-1E87-12A1-04822C05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1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4DD2-D95D-EF79-15E9-4B0C1E09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9194C-097D-7820-E38A-51CFDB224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941B7-C9D4-AF94-9E18-41E61719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5AFAB-878F-62AC-CD2D-ABB8E31F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432FF-D980-8675-8DED-C7C0A6A9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6BA21-09A2-8C42-FDC2-DE345C12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3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37E7-834B-ABCA-23FA-CB845AD0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95CCA-D049-174F-90F5-FA657406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EA6A-9DD6-BBBC-85B7-03A0364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8F9A1-C128-BB73-580D-1EBE0773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F591-E89B-C846-F0DE-A206F4D1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40BB9-C09D-6F95-294B-30AF96DEF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07722-6B29-F509-1F21-D8D2DAF8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C0ED-B600-538F-0F7F-9246299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A4059-0517-D418-4498-2008E3FD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C715-50EB-FA42-EC88-F161E653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7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A94E6-0F41-E039-8ACB-AD520986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567D0-041F-D6C5-C762-8CEBE58A8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1B58-DF3C-CA31-ECA6-0200F010E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158F-7D22-4D02-A7C1-554F35EEE72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1255-E26D-F260-274D-3A78FC060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45EF-47C6-4A3D-9099-BD39435D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4DE6782-6716-B7F1-9475-D1AB6CBEA9E9}"/>
              </a:ext>
            </a:extLst>
          </p:cNvPr>
          <p:cNvGrpSpPr/>
          <p:nvPr/>
        </p:nvGrpSpPr>
        <p:grpSpPr>
          <a:xfrm>
            <a:off x="3321833" y="2435149"/>
            <a:ext cx="5070234" cy="1987704"/>
            <a:chOff x="3293551" y="2435149"/>
            <a:chExt cx="5604899" cy="198770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FE27A6-DF26-D324-FCE5-E7B25E68038F}"/>
                </a:ext>
              </a:extLst>
            </p:cNvPr>
            <p:cNvCxnSpPr>
              <a:cxnSpLocks/>
            </p:cNvCxnSpPr>
            <p:nvPr/>
          </p:nvCxnSpPr>
          <p:spPr>
            <a:xfrm>
              <a:off x="3304483" y="3760285"/>
              <a:ext cx="5592879" cy="0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dash"/>
            </a:ln>
            <a:effectLst/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4179A0B-2ED5-5342-D11F-DAB511F1284C}"/>
                </a:ext>
              </a:extLst>
            </p:cNvPr>
            <p:cNvCxnSpPr>
              <a:cxnSpLocks/>
            </p:cNvCxnSpPr>
            <p:nvPr/>
          </p:nvCxnSpPr>
          <p:spPr>
            <a:xfrm>
              <a:off x="3294240" y="4422853"/>
              <a:ext cx="5592879" cy="0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dash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ECF3917-E963-4B61-1661-E274B8C91799}"/>
                </a:ext>
              </a:extLst>
            </p:cNvPr>
            <p:cNvCxnSpPr>
              <a:cxnSpLocks/>
            </p:cNvCxnSpPr>
            <p:nvPr/>
          </p:nvCxnSpPr>
          <p:spPr>
            <a:xfrm>
              <a:off x="3293551" y="2435149"/>
              <a:ext cx="5592879" cy="0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dash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0CED42-205E-5F6F-2F8C-BCADEC76286B}"/>
                </a:ext>
              </a:extLst>
            </p:cNvPr>
            <p:cNvCxnSpPr>
              <a:cxnSpLocks/>
            </p:cNvCxnSpPr>
            <p:nvPr/>
          </p:nvCxnSpPr>
          <p:spPr>
            <a:xfrm>
              <a:off x="3305571" y="3097717"/>
              <a:ext cx="5592879" cy="0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dash"/>
            </a:ln>
            <a:effectLst/>
          </p:spPr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9A82D4F-93BF-3D97-4FD7-1E1E9611A5E1}"/>
              </a:ext>
            </a:extLst>
          </p:cNvPr>
          <p:cNvSpPr txBox="1"/>
          <p:nvPr/>
        </p:nvSpPr>
        <p:spPr>
          <a:xfrm>
            <a:off x="3321832" y="1965366"/>
            <a:ext cx="1012457" cy="261610"/>
          </a:xfrm>
          <a:prstGeom prst="rect">
            <a:avLst/>
          </a:prstGeom>
          <a:noFill/>
          <a:ln>
            <a:noFill/>
          </a:ln>
        </p:spPr>
        <p:txBody>
          <a:bodyPr wrap="none" lIns="0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rial"/>
              </a:rPr>
              <a:t>Business 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BCDE32-79FB-A4A2-2092-65107A9E728A}"/>
              </a:ext>
            </a:extLst>
          </p:cNvPr>
          <p:cNvSpPr/>
          <p:nvPr/>
        </p:nvSpPr>
        <p:spPr>
          <a:xfrm>
            <a:off x="4589154" y="1920985"/>
            <a:ext cx="3804560" cy="365760"/>
          </a:xfrm>
          <a:prstGeom prst="rect">
            <a:avLst/>
          </a:prstGeom>
          <a:solidFill>
            <a:srgbClr val="8064A2">
              <a:lumMod val="75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SLAs, Processes, Guidelines, and Goals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0EA58-0113-3D31-C71D-77BACAE283FE}"/>
              </a:ext>
            </a:extLst>
          </p:cNvPr>
          <p:cNvSpPr txBox="1"/>
          <p:nvPr/>
        </p:nvSpPr>
        <p:spPr>
          <a:xfrm>
            <a:off x="3321832" y="2627934"/>
            <a:ext cx="908262" cy="261610"/>
          </a:xfrm>
          <a:prstGeom prst="rect">
            <a:avLst/>
          </a:prstGeom>
          <a:noFill/>
          <a:ln>
            <a:noFill/>
          </a:ln>
        </p:spPr>
        <p:txBody>
          <a:bodyPr wrap="none" l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prstClr val="black"/>
                </a:solidFill>
                <a:latin typeface="Arial"/>
              </a:defRPr>
            </a:lvl1pPr>
          </a:lstStyle>
          <a:p>
            <a:r>
              <a:rPr lang="en-US" sz="1100" dirty="0"/>
              <a:t>System 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66B6D1-8490-B9CD-05C2-E2CC28FF5AC6}"/>
              </a:ext>
            </a:extLst>
          </p:cNvPr>
          <p:cNvSpPr/>
          <p:nvPr/>
        </p:nvSpPr>
        <p:spPr>
          <a:xfrm>
            <a:off x="4604631" y="2583553"/>
            <a:ext cx="3787435" cy="365760"/>
          </a:xfrm>
          <a:prstGeom prst="rect">
            <a:avLst/>
          </a:prstGeom>
          <a:solidFill>
            <a:srgbClr val="8064A2"/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Device and Technology Independent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8776F-D315-1350-8B4C-EB4D631C132C}"/>
              </a:ext>
            </a:extLst>
          </p:cNvPr>
          <p:cNvSpPr txBox="1"/>
          <p:nvPr/>
        </p:nvSpPr>
        <p:spPr>
          <a:xfrm>
            <a:off x="3321832" y="3953070"/>
            <a:ext cx="871392" cy="261610"/>
          </a:xfrm>
          <a:prstGeom prst="rect">
            <a:avLst/>
          </a:prstGeom>
          <a:noFill/>
          <a:ln>
            <a:noFill/>
          </a:ln>
        </p:spPr>
        <p:txBody>
          <a:bodyPr wrap="none" l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prstClr val="black"/>
                </a:solidFill>
                <a:latin typeface="Arial"/>
              </a:defRPr>
            </a:lvl1pPr>
          </a:lstStyle>
          <a:p>
            <a:r>
              <a:rPr lang="en-US" sz="1100" dirty="0"/>
              <a:t>Device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A56F5F-1B5D-44FF-C9EF-69D03B1E7AF3}"/>
              </a:ext>
            </a:extLst>
          </p:cNvPr>
          <p:cNvSpPr/>
          <p:nvPr/>
        </p:nvSpPr>
        <p:spPr>
          <a:xfrm>
            <a:off x="4625128" y="3908689"/>
            <a:ext cx="3787432" cy="365760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Device and Technology Specific Operation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DFD787-7D51-C677-FEC1-7C3084AD32CC}"/>
              </a:ext>
            </a:extLst>
          </p:cNvPr>
          <p:cNvSpPr txBox="1"/>
          <p:nvPr/>
        </p:nvSpPr>
        <p:spPr>
          <a:xfrm>
            <a:off x="3321832" y="3290502"/>
            <a:ext cx="1268937" cy="261610"/>
          </a:xfrm>
          <a:prstGeom prst="rect">
            <a:avLst/>
          </a:prstGeom>
          <a:noFill/>
          <a:ln>
            <a:noFill/>
          </a:ln>
        </p:spPr>
        <p:txBody>
          <a:bodyPr wrap="none" l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prstClr val="black"/>
                </a:solidFill>
                <a:latin typeface="Arial"/>
              </a:defRPr>
            </a:lvl1pPr>
          </a:lstStyle>
          <a:p>
            <a:r>
              <a:rPr lang="en-US" sz="1100" dirty="0"/>
              <a:t>Administrator 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28419D-B74A-C077-DC65-67769E06C381}"/>
              </a:ext>
            </a:extLst>
          </p:cNvPr>
          <p:cNvSpPr/>
          <p:nvPr/>
        </p:nvSpPr>
        <p:spPr>
          <a:xfrm>
            <a:off x="4627164" y="3246121"/>
            <a:ext cx="3787435" cy="365760"/>
          </a:xfrm>
          <a:prstGeom prst="rect">
            <a:avLst/>
          </a:prstGeom>
          <a:solidFill>
            <a:srgbClr val="8064A2">
              <a:lumMod val="60000"/>
              <a:lumOff val="4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Device Independent, Technology Specific Operation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9CA76-A5E7-C8A2-2A61-4EF35CDE76F7}"/>
              </a:ext>
            </a:extLst>
          </p:cNvPr>
          <p:cNvSpPr txBox="1"/>
          <p:nvPr/>
        </p:nvSpPr>
        <p:spPr>
          <a:xfrm>
            <a:off x="3321832" y="4615637"/>
            <a:ext cx="970779" cy="261610"/>
          </a:xfrm>
          <a:prstGeom prst="rect">
            <a:avLst/>
          </a:prstGeom>
          <a:noFill/>
          <a:ln>
            <a:noFill/>
          </a:ln>
        </p:spPr>
        <p:txBody>
          <a:bodyPr wrap="none" l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prstClr val="black"/>
                </a:solidFill>
                <a:latin typeface="Arial"/>
              </a:defRPr>
            </a:lvl1pPr>
          </a:lstStyle>
          <a:p>
            <a:r>
              <a:rPr lang="en-US" sz="1100" dirty="0"/>
              <a:t>Instance 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18050C-0688-082C-DDB1-AC7A8B5B54E6}"/>
              </a:ext>
            </a:extLst>
          </p:cNvPr>
          <p:cNvSpPr/>
          <p:nvPr/>
        </p:nvSpPr>
        <p:spPr>
          <a:xfrm>
            <a:off x="4625128" y="4571256"/>
            <a:ext cx="3787432" cy="365760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Device Specific MIBs, PIBs, CLI, etc.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633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B20FE85-F8F3-5660-2C0F-C97174F8ECAA}"/>
              </a:ext>
            </a:extLst>
          </p:cNvPr>
          <p:cNvGrpSpPr/>
          <p:nvPr/>
        </p:nvGrpSpPr>
        <p:grpSpPr>
          <a:xfrm>
            <a:off x="4946986" y="2575123"/>
            <a:ext cx="2298029" cy="1707754"/>
            <a:chOff x="4109021" y="1620708"/>
            <a:chExt cx="2298029" cy="1707754"/>
          </a:xfrm>
        </p:grpSpPr>
        <p:sp>
          <p:nvSpPr>
            <p:cNvPr id="3" name="Web Server Tier">
              <a:extLst>
                <a:ext uri="{FF2B5EF4-FFF2-40B4-BE49-F238E27FC236}">
                  <a16:creationId xmlns:a16="http://schemas.microsoft.com/office/drawing/2014/main" id="{C1652037-C836-8518-B00F-68B63C216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835" y="1620708"/>
              <a:ext cx="914400" cy="54864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Abstract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Node Type</a:t>
              </a:r>
            </a:p>
          </p:txBody>
        </p:sp>
        <p:sp>
          <p:nvSpPr>
            <p:cNvPr id="4" name="Web Server Tier">
              <a:extLst>
                <a:ext uri="{FF2B5EF4-FFF2-40B4-BE49-F238E27FC236}">
                  <a16:creationId xmlns:a16="http://schemas.microsoft.com/office/drawing/2014/main" id="{9FA15A96-A3D2-B08F-CF14-595C0D22D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021" y="2779822"/>
              <a:ext cx="914400" cy="54864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Concrete</a:t>
              </a:r>
            </a:p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Node Type</a:t>
              </a:r>
            </a:p>
          </p:txBody>
        </p:sp>
        <p:sp>
          <p:nvSpPr>
            <p:cNvPr id="7" name="Web Server Tier">
              <a:extLst>
                <a:ext uri="{FF2B5EF4-FFF2-40B4-BE49-F238E27FC236}">
                  <a16:creationId xmlns:a16="http://schemas.microsoft.com/office/drawing/2014/main" id="{54AFEE4B-6F70-7B85-6A9A-350900D7A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650" y="2779822"/>
              <a:ext cx="914400" cy="54864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Concrete</a:t>
              </a:r>
            </a:p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Node Type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4E8CD19-0767-2135-B5CE-83A86FFA02BA}"/>
                </a:ext>
              </a:extLst>
            </p:cNvPr>
            <p:cNvCxnSpPr>
              <a:cxnSpLocks/>
              <a:stCxn id="4" idx="0"/>
              <a:endCxn id="3" idx="2"/>
            </p:cNvCxnSpPr>
            <p:nvPr/>
          </p:nvCxnSpPr>
          <p:spPr>
            <a:xfrm flipV="1">
              <a:off x="4566221" y="2169348"/>
              <a:ext cx="691814" cy="610474"/>
            </a:xfrm>
            <a:prstGeom prst="straightConnector1">
              <a:avLst/>
            </a:prstGeom>
            <a:noFill/>
            <a:ln w="19050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907D006-7846-6381-DD82-50E3FCD7991F}"/>
                </a:ext>
              </a:extLst>
            </p:cNvPr>
            <p:cNvCxnSpPr>
              <a:cxnSpLocks/>
              <a:stCxn id="7" idx="0"/>
              <a:endCxn id="3" idx="2"/>
            </p:cNvCxnSpPr>
            <p:nvPr/>
          </p:nvCxnSpPr>
          <p:spPr>
            <a:xfrm flipH="1" flipV="1">
              <a:off x="5258035" y="2169348"/>
              <a:ext cx="691815" cy="610474"/>
            </a:xfrm>
            <a:prstGeom prst="straightConnector1">
              <a:avLst/>
            </a:prstGeom>
            <a:noFill/>
            <a:ln w="19050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83CE6D-5BAF-271C-9A4A-DF1599420FE6}"/>
                </a:ext>
              </a:extLst>
            </p:cNvPr>
            <p:cNvSpPr/>
            <p:nvPr/>
          </p:nvSpPr>
          <p:spPr>
            <a:xfrm>
              <a:off x="4387569" y="2359169"/>
              <a:ext cx="750526" cy="21544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800" i="1" kern="0" dirty="0">
                  <a:solidFill>
                    <a:prstClr val="black"/>
                  </a:solidFill>
                  <a:latin typeface="Arial"/>
                  <a:ea typeface="黑体" panose="02010609060101010101" pitchFamily="49" charset="-122"/>
                </a:rPr>
                <a:t>d</a:t>
              </a:r>
              <a:r>
                <a:rPr kumimoji="0" lang="en-US" altLang="zh-CN" sz="800" i="1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</a:rPr>
                <a:t>erives</a:t>
              </a:r>
              <a:r>
                <a:rPr kumimoji="0" lang="en-US" altLang="zh-CN" sz="80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</a:rPr>
                <a:t> </a:t>
              </a:r>
              <a:r>
                <a:rPr lang="en-US" altLang="zh-CN" sz="800" i="1" kern="0" dirty="0">
                  <a:solidFill>
                    <a:prstClr val="black"/>
                  </a:solidFill>
                  <a:latin typeface="Arial"/>
                  <a:ea typeface="黑体" panose="02010609060101010101" pitchFamily="49" charset="-122"/>
                </a:rPr>
                <a:t>f</a:t>
              </a:r>
              <a:r>
                <a:rPr kumimoji="0" lang="en-US" altLang="zh-CN" sz="80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</a:rPr>
                <a:t>rom</a:t>
              </a:r>
              <a:endParaRPr kumimoji="0" 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23F606-D802-34A9-2EF3-5B2CAFDAC34B}"/>
                </a:ext>
              </a:extLst>
            </p:cNvPr>
            <p:cNvSpPr/>
            <p:nvPr/>
          </p:nvSpPr>
          <p:spPr>
            <a:xfrm>
              <a:off x="5377975" y="2359169"/>
              <a:ext cx="750526" cy="21544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</a:rPr>
                <a:t>derives from</a:t>
              </a:r>
              <a:endParaRPr kumimoji="0" lang="en-US" sz="80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0865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8E9239B3-4664-7A6E-5097-10825005D9C1}"/>
              </a:ext>
            </a:extLst>
          </p:cNvPr>
          <p:cNvGrpSpPr/>
          <p:nvPr/>
        </p:nvGrpSpPr>
        <p:grpSpPr>
          <a:xfrm>
            <a:off x="4728322" y="2528254"/>
            <a:ext cx="2735357" cy="1801492"/>
            <a:chOff x="3900114" y="1399000"/>
            <a:chExt cx="2735357" cy="1801492"/>
          </a:xfrm>
        </p:grpSpPr>
        <p:sp>
          <p:nvSpPr>
            <p:cNvPr id="3" name="Web Server Tier">
              <a:extLst>
                <a:ext uri="{FF2B5EF4-FFF2-40B4-BE49-F238E27FC236}">
                  <a16:creationId xmlns:a16="http://schemas.microsoft.com/office/drawing/2014/main" id="{C1652037-C836-8518-B00F-68B63C216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114" y="2025426"/>
              <a:ext cx="914400" cy="54864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Abstract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Node Type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4E8CD19-0767-2135-B5CE-83A86FFA02BA}"/>
                </a:ext>
              </a:extLst>
            </p:cNvPr>
            <p:cNvCxnSpPr>
              <a:cxnSpLocks/>
              <a:stCxn id="32" idx="1"/>
              <a:endCxn id="3" idx="3"/>
            </p:cNvCxnSpPr>
            <p:nvPr/>
          </p:nvCxnSpPr>
          <p:spPr>
            <a:xfrm flipH="1" flipV="1">
              <a:off x="4814514" y="2299746"/>
              <a:ext cx="906557" cy="626426"/>
            </a:xfrm>
            <a:prstGeom prst="straightConnector1">
              <a:avLst/>
            </a:prstGeom>
            <a:noFill/>
            <a:ln w="19050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907D006-7846-6381-DD82-50E3FCD7991F}"/>
                </a:ext>
              </a:extLst>
            </p:cNvPr>
            <p:cNvCxnSpPr>
              <a:cxnSpLocks/>
              <a:stCxn id="7" idx="1"/>
              <a:endCxn id="3" idx="3"/>
            </p:cNvCxnSpPr>
            <p:nvPr/>
          </p:nvCxnSpPr>
          <p:spPr>
            <a:xfrm flipH="1">
              <a:off x="4814514" y="1673320"/>
              <a:ext cx="906557" cy="626426"/>
            </a:xfrm>
            <a:prstGeom prst="straightConnector1">
              <a:avLst/>
            </a:prstGeom>
            <a:noFill/>
            <a:ln w="19050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83CE6D-5BAF-271C-9A4A-DF1599420FE6}"/>
                </a:ext>
              </a:extLst>
            </p:cNvPr>
            <p:cNvSpPr/>
            <p:nvPr/>
          </p:nvSpPr>
          <p:spPr>
            <a:xfrm>
              <a:off x="4853182" y="1728757"/>
              <a:ext cx="678391" cy="21544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800" i="1" kern="0" dirty="0">
                  <a:solidFill>
                    <a:prstClr val="black"/>
                  </a:solidFill>
                  <a:latin typeface="Arial"/>
                  <a:ea typeface="黑体" panose="02010609060101010101" pitchFamily="49" charset="-122"/>
                </a:rPr>
                <a:t>substitutes</a:t>
              </a:r>
              <a:endParaRPr kumimoji="0" 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23F606-D802-34A9-2EF3-5B2CAFDAC34B}"/>
                </a:ext>
              </a:extLst>
            </p:cNvPr>
            <p:cNvSpPr/>
            <p:nvPr/>
          </p:nvSpPr>
          <p:spPr>
            <a:xfrm>
              <a:off x="4853182" y="2639903"/>
              <a:ext cx="678391" cy="21544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黑体" panose="02010609060101010101" pitchFamily="49" charset="-122"/>
                </a:rPr>
                <a:t>substitutes</a:t>
              </a:r>
              <a:endParaRPr kumimoji="0" lang="en-US" sz="80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endParaRPr>
            </a:p>
          </p:txBody>
        </p:sp>
        <p:sp>
          <p:nvSpPr>
            <p:cNvPr id="7" name="Web Server Tier">
              <a:extLst>
                <a:ext uri="{FF2B5EF4-FFF2-40B4-BE49-F238E27FC236}">
                  <a16:creationId xmlns:a16="http://schemas.microsoft.com/office/drawing/2014/main" id="{54AFEE4B-6F70-7B85-6A9A-350900D7A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071" y="1399000"/>
              <a:ext cx="914400" cy="54864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Concrete</a:t>
              </a:r>
            </a:p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Service</a:t>
              </a:r>
            </a:p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Template</a:t>
              </a:r>
            </a:p>
          </p:txBody>
        </p:sp>
        <p:sp>
          <p:nvSpPr>
            <p:cNvPr id="32" name="Web Server Tier">
              <a:extLst>
                <a:ext uri="{FF2B5EF4-FFF2-40B4-BE49-F238E27FC236}">
                  <a16:creationId xmlns:a16="http://schemas.microsoft.com/office/drawing/2014/main" id="{BCD79716-F8A0-2FC8-CFC2-9BA714E2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071" y="2651852"/>
              <a:ext cx="914400" cy="54864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Concrete</a:t>
              </a:r>
            </a:p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Service</a:t>
              </a:r>
            </a:p>
            <a:p>
              <a:pPr algn="ctr"/>
              <a:r>
                <a:rPr lang="en-US" altLang="en-US" sz="1000" kern="0" dirty="0">
                  <a:solidFill>
                    <a:prstClr val="black"/>
                  </a:solidFill>
                  <a:latin typeface="Arial"/>
                </a:rPr>
                <a:t>Template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140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163A1D-A414-7345-020B-5FAD8D80F6D6}"/>
              </a:ext>
            </a:extLst>
          </p:cNvPr>
          <p:cNvCxnSpPr>
            <a:cxnSpLocks/>
          </p:cNvCxnSpPr>
          <p:nvPr/>
        </p:nvCxnSpPr>
        <p:spPr>
          <a:xfrm>
            <a:off x="6397218" y="3760285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820B57-B42F-FBD6-F65E-249734D0556E}"/>
              </a:ext>
            </a:extLst>
          </p:cNvPr>
          <p:cNvCxnSpPr>
            <a:cxnSpLocks/>
          </p:cNvCxnSpPr>
          <p:nvPr/>
        </p:nvCxnSpPr>
        <p:spPr>
          <a:xfrm>
            <a:off x="6397538" y="3097717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5EF557D-0B15-0C5B-F2EE-808D438A15F7}"/>
              </a:ext>
            </a:extLst>
          </p:cNvPr>
          <p:cNvSpPr/>
          <p:nvPr/>
        </p:nvSpPr>
        <p:spPr>
          <a:xfrm>
            <a:off x="6392744" y="2583553"/>
            <a:ext cx="1627721" cy="365760"/>
          </a:xfrm>
          <a:prstGeom prst="rect">
            <a:avLst/>
          </a:prstGeom>
          <a:solidFill>
            <a:srgbClr val="8064A2"/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System 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656BA8-3DA9-B8F5-451A-0BE99889ADD4}"/>
              </a:ext>
            </a:extLst>
          </p:cNvPr>
          <p:cNvSpPr/>
          <p:nvPr/>
        </p:nvSpPr>
        <p:spPr>
          <a:xfrm>
            <a:off x="6413241" y="3908689"/>
            <a:ext cx="1627720" cy="365760"/>
          </a:xfrm>
          <a:prstGeom prst="rect">
            <a:avLst/>
          </a:prstGeom>
          <a:solidFill>
            <a:srgbClr val="8064A2">
              <a:lumMod val="20000"/>
              <a:lumOff val="80000"/>
              <a:alpha val="20000"/>
            </a:srgbClr>
          </a:solidFill>
          <a:ln w="317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Device View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7FF8F2-501A-BD70-85AE-B6BF535BCF1D}"/>
              </a:ext>
            </a:extLst>
          </p:cNvPr>
          <p:cNvSpPr/>
          <p:nvPr/>
        </p:nvSpPr>
        <p:spPr>
          <a:xfrm>
            <a:off x="6415277" y="3246121"/>
            <a:ext cx="1627721" cy="365760"/>
          </a:xfrm>
          <a:prstGeom prst="rect">
            <a:avLst/>
          </a:prstGeom>
          <a:solidFill>
            <a:srgbClr val="8064A2">
              <a:lumMod val="60000"/>
              <a:lumOff val="4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Administrator View</a:t>
            </a:r>
          </a:p>
        </p:txBody>
      </p:sp>
      <p:sp>
        <p:nvSpPr>
          <p:cNvPr id="37" name="Arrow: Curved Right 36">
            <a:extLst>
              <a:ext uri="{FF2B5EF4-FFF2-40B4-BE49-F238E27FC236}">
                <a16:creationId xmlns:a16="http://schemas.microsoft.com/office/drawing/2014/main" id="{23BDC3DB-7AF8-F76F-2731-3C798587EC30}"/>
              </a:ext>
            </a:extLst>
          </p:cNvPr>
          <p:cNvSpPr/>
          <p:nvPr/>
        </p:nvSpPr>
        <p:spPr>
          <a:xfrm>
            <a:off x="5886916" y="2688014"/>
            <a:ext cx="406187" cy="777690"/>
          </a:xfrm>
          <a:prstGeom prst="curvedRightArrow">
            <a:avLst/>
          </a:prstGeom>
          <a:solidFill>
            <a:srgbClr val="8064A2">
              <a:lumMod val="60000"/>
              <a:lumOff val="4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Web Server Tier">
            <a:extLst>
              <a:ext uri="{FF2B5EF4-FFF2-40B4-BE49-F238E27FC236}">
                <a16:creationId xmlns:a16="http://schemas.microsoft.com/office/drawing/2014/main" id="{2EFB6B8D-079D-3F4E-A8AD-0A18337F0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003" y="2914836"/>
            <a:ext cx="603504" cy="3657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317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Abstract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Node Type</a:t>
            </a:r>
          </a:p>
        </p:txBody>
      </p:sp>
      <p:sp>
        <p:nvSpPr>
          <p:cNvPr id="12" name="Web Server Tier">
            <a:extLst>
              <a:ext uri="{FF2B5EF4-FFF2-40B4-BE49-F238E27FC236}">
                <a16:creationId xmlns:a16="http://schemas.microsoft.com/office/drawing/2014/main" id="{51F86743-D4AE-CF7F-C723-AAFED63B3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238" y="3230966"/>
            <a:ext cx="603504" cy="3657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317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Concrete</a:t>
            </a:r>
          </a:p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Service</a:t>
            </a:r>
          </a:p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Template</a:t>
            </a:r>
          </a:p>
        </p:txBody>
      </p:sp>
      <p:sp>
        <p:nvSpPr>
          <p:cNvPr id="13" name="Web Server Tier">
            <a:extLst>
              <a:ext uri="{FF2B5EF4-FFF2-40B4-BE49-F238E27FC236}">
                <a16:creationId xmlns:a16="http://schemas.microsoft.com/office/drawing/2014/main" id="{F6E2EAEB-1C0B-3FBF-1738-0329E9C3C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238" y="2598707"/>
            <a:ext cx="603504" cy="3657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317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Concrete</a:t>
            </a:r>
          </a:p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Service</a:t>
            </a:r>
          </a:p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Template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6B6143-DF11-AB21-D0E5-CF8FB003F697}"/>
              </a:ext>
            </a:extLst>
          </p:cNvPr>
          <p:cNvCxnSpPr>
            <a:cxnSpLocks/>
            <a:stCxn id="12" idx="1"/>
            <a:endCxn id="6" idx="3"/>
          </p:cNvCxnSpPr>
          <p:nvPr/>
        </p:nvCxnSpPr>
        <p:spPr>
          <a:xfrm flipH="1" flipV="1">
            <a:off x="4752507" y="3097716"/>
            <a:ext cx="408731" cy="316130"/>
          </a:xfrm>
          <a:prstGeom prst="straightConnector1">
            <a:avLst/>
          </a:prstGeom>
          <a:noFill/>
          <a:ln w="317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257FDD-F02C-18EF-6C46-A62671EE8262}"/>
              </a:ext>
            </a:extLst>
          </p:cNvPr>
          <p:cNvCxnSpPr>
            <a:cxnSpLocks/>
            <a:stCxn id="13" idx="1"/>
            <a:endCxn id="6" idx="3"/>
          </p:cNvCxnSpPr>
          <p:nvPr/>
        </p:nvCxnSpPr>
        <p:spPr>
          <a:xfrm flipH="1">
            <a:off x="4752507" y="2781587"/>
            <a:ext cx="408731" cy="316129"/>
          </a:xfrm>
          <a:prstGeom prst="straightConnector1">
            <a:avLst/>
          </a:prstGeom>
          <a:noFill/>
          <a:ln w="317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A9CF1B3-A785-43CF-CC20-B86EEC470F65}"/>
              </a:ext>
            </a:extLst>
          </p:cNvPr>
          <p:cNvSpPr/>
          <p:nvPr/>
        </p:nvSpPr>
        <p:spPr>
          <a:xfrm>
            <a:off x="6413241" y="4571257"/>
            <a:ext cx="1643423" cy="365760"/>
          </a:xfrm>
          <a:prstGeom prst="rect">
            <a:avLst/>
          </a:prstGeom>
          <a:solidFill>
            <a:srgbClr val="8064A2">
              <a:lumMod val="20000"/>
              <a:lumOff val="80000"/>
              <a:alpha val="20000"/>
            </a:srgbClr>
          </a:solidFill>
          <a:ln w="317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Instance View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B667FD-0D5C-7807-17D2-F6AE27EA603E}"/>
              </a:ext>
            </a:extLst>
          </p:cNvPr>
          <p:cNvCxnSpPr>
            <a:cxnSpLocks/>
          </p:cNvCxnSpPr>
          <p:nvPr/>
        </p:nvCxnSpPr>
        <p:spPr>
          <a:xfrm>
            <a:off x="6413241" y="4424749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311864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eb Server Tier">
            <a:extLst>
              <a:ext uri="{FF2B5EF4-FFF2-40B4-BE49-F238E27FC236}">
                <a16:creationId xmlns:a16="http://schemas.microsoft.com/office/drawing/2014/main" id="{C1652037-C836-8518-B00F-68B63C216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120" y="3257485"/>
            <a:ext cx="603504" cy="3657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317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Abstract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Node Type</a:t>
            </a:r>
          </a:p>
        </p:txBody>
      </p:sp>
      <p:sp>
        <p:nvSpPr>
          <p:cNvPr id="4" name="Web Server Tier">
            <a:extLst>
              <a:ext uri="{FF2B5EF4-FFF2-40B4-BE49-F238E27FC236}">
                <a16:creationId xmlns:a16="http://schemas.microsoft.com/office/drawing/2014/main" id="{9FA15A96-A3D2-B08F-CF14-595C0D22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933" y="3931258"/>
            <a:ext cx="603504" cy="3657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317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Concrete</a:t>
            </a:r>
          </a:p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Node Type</a:t>
            </a:r>
          </a:p>
        </p:txBody>
      </p:sp>
      <p:sp>
        <p:nvSpPr>
          <p:cNvPr id="7" name="Web Server Tier">
            <a:extLst>
              <a:ext uri="{FF2B5EF4-FFF2-40B4-BE49-F238E27FC236}">
                <a16:creationId xmlns:a16="http://schemas.microsoft.com/office/drawing/2014/main" id="{54AFEE4B-6F70-7B85-6A9A-350900D7A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307" y="3931258"/>
            <a:ext cx="603504" cy="3657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317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Concrete</a:t>
            </a:r>
          </a:p>
          <a:p>
            <a:pPr algn="ctr"/>
            <a:r>
              <a:rPr lang="en-US" altLang="en-US" sz="800" kern="0" dirty="0">
                <a:solidFill>
                  <a:prstClr val="black"/>
                </a:solidFill>
                <a:latin typeface="Arial"/>
              </a:rPr>
              <a:t>Node Type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4E8CD19-0767-2135-B5CE-83A86FFA02BA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V="1">
            <a:off x="4550685" y="3623245"/>
            <a:ext cx="406187" cy="308013"/>
          </a:xfrm>
          <a:prstGeom prst="straightConnector1">
            <a:avLst/>
          </a:prstGeom>
          <a:noFill/>
          <a:ln w="317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07D006-7846-6381-DD82-50E3FCD7991F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H="1" flipV="1">
            <a:off x="4956872" y="3623245"/>
            <a:ext cx="406187" cy="308013"/>
          </a:xfrm>
          <a:prstGeom prst="straightConnector1">
            <a:avLst/>
          </a:prstGeom>
          <a:noFill/>
          <a:ln w="317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163A1D-A414-7345-020B-5FAD8D80F6D6}"/>
              </a:ext>
            </a:extLst>
          </p:cNvPr>
          <p:cNvCxnSpPr>
            <a:cxnSpLocks/>
          </p:cNvCxnSpPr>
          <p:nvPr/>
        </p:nvCxnSpPr>
        <p:spPr>
          <a:xfrm>
            <a:off x="6297287" y="3760285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820B57-B42F-FBD6-F65E-249734D0556E}"/>
              </a:ext>
            </a:extLst>
          </p:cNvPr>
          <p:cNvCxnSpPr>
            <a:cxnSpLocks/>
          </p:cNvCxnSpPr>
          <p:nvPr/>
        </p:nvCxnSpPr>
        <p:spPr>
          <a:xfrm>
            <a:off x="6297607" y="3097717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5EF557D-0B15-0C5B-F2EE-808D438A15F7}"/>
              </a:ext>
            </a:extLst>
          </p:cNvPr>
          <p:cNvSpPr/>
          <p:nvPr/>
        </p:nvSpPr>
        <p:spPr>
          <a:xfrm>
            <a:off x="6292813" y="2583553"/>
            <a:ext cx="1627721" cy="365760"/>
          </a:xfrm>
          <a:prstGeom prst="rect">
            <a:avLst/>
          </a:prstGeom>
          <a:solidFill>
            <a:srgbClr val="8064A2">
              <a:alpha val="20000"/>
            </a:srgbClr>
          </a:solidFill>
          <a:ln w="317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System 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656BA8-3DA9-B8F5-451A-0BE99889ADD4}"/>
              </a:ext>
            </a:extLst>
          </p:cNvPr>
          <p:cNvSpPr/>
          <p:nvPr/>
        </p:nvSpPr>
        <p:spPr>
          <a:xfrm>
            <a:off x="6313310" y="3908689"/>
            <a:ext cx="1627720" cy="365760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Device View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7FF8F2-501A-BD70-85AE-B6BF535BCF1D}"/>
              </a:ext>
            </a:extLst>
          </p:cNvPr>
          <p:cNvSpPr/>
          <p:nvPr/>
        </p:nvSpPr>
        <p:spPr>
          <a:xfrm>
            <a:off x="6315346" y="3246121"/>
            <a:ext cx="1627721" cy="365760"/>
          </a:xfrm>
          <a:prstGeom prst="rect">
            <a:avLst/>
          </a:prstGeom>
          <a:solidFill>
            <a:srgbClr val="8064A2">
              <a:lumMod val="60000"/>
              <a:lumOff val="4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Administrator View</a:t>
            </a:r>
          </a:p>
        </p:txBody>
      </p:sp>
      <p:sp>
        <p:nvSpPr>
          <p:cNvPr id="37" name="Arrow: Curved Right 36">
            <a:extLst>
              <a:ext uri="{FF2B5EF4-FFF2-40B4-BE49-F238E27FC236}">
                <a16:creationId xmlns:a16="http://schemas.microsoft.com/office/drawing/2014/main" id="{23BDC3DB-7AF8-F76F-2731-3C798587EC30}"/>
              </a:ext>
            </a:extLst>
          </p:cNvPr>
          <p:cNvSpPr/>
          <p:nvPr/>
        </p:nvSpPr>
        <p:spPr>
          <a:xfrm>
            <a:off x="5786985" y="3388407"/>
            <a:ext cx="406187" cy="777690"/>
          </a:xfrm>
          <a:prstGeom prst="curvedRightArrow">
            <a:avLst/>
          </a:prstGeom>
          <a:solidFill>
            <a:srgbClr val="8064A2">
              <a:lumMod val="60000"/>
              <a:lumOff val="4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AA200-486F-F2CB-B1B0-87E1901C28B0}"/>
              </a:ext>
            </a:extLst>
          </p:cNvPr>
          <p:cNvSpPr/>
          <p:nvPr/>
        </p:nvSpPr>
        <p:spPr>
          <a:xfrm>
            <a:off x="6313310" y="4571257"/>
            <a:ext cx="1643423" cy="365760"/>
          </a:xfrm>
          <a:prstGeom prst="rect">
            <a:avLst/>
          </a:prstGeom>
          <a:solidFill>
            <a:srgbClr val="8064A2">
              <a:lumMod val="20000"/>
              <a:lumOff val="80000"/>
              <a:alpha val="20000"/>
            </a:srgbClr>
          </a:solidFill>
          <a:ln w="317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Instance View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362E1E-440C-98A5-90F0-06C24BE050F4}"/>
              </a:ext>
            </a:extLst>
          </p:cNvPr>
          <p:cNvCxnSpPr>
            <a:cxnSpLocks/>
          </p:cNvCxnSpPr>
          <p:nvPr/>
        </p:nvCxnSpPr>
        <p:spPr>
          <a:xfrm>
            <a:off x="6313310" y="4424749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4145374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eb Server Tier">
            <a:extLst>
              <a:ext uri="{FF2B5EF4-FFF2-40B4-BE49-F238E27FC236}">
                <a16:creationId xmlns:a16="http://schemas.microsoft.com/office/drawing/2014/main" id="{C1652037-C836-8518-B00F-68B63C216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386" y="3922501"/>
            <a:ext cx="603504" cy="3657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317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Concrete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Node Type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4E8CD19-0767-2135-B5CE-83A86FFA02BA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H="1" flipV="1">
            <a:off x="4549138" y="4288261"/>
            <a:ext cx="1547" cy="308013"/>
          </a:xfrm>
          <a:prstGeom prst="straightConnector1">
            <a:avLst/>
          </a:prstGeom>
          <a:noFill/>
          <a:ln w="317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07D006-7846-6381-DD82-50E3FCD7991F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H="1" flipV="1">
            <a:off x="4549138" y="4288261"/>
            <a:ext cx="813921" cy="308013"/>
          </a:xfrm>
          <a:prstGeom prst="straightConnector1">
            <a:avLst/>
          </a:prstGeom>
          <a:noFill/>
          <a:ln w="317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163A1D-A414-7345-020B-5FAD8D80F6D6}"/>
              </a:ext>
            </a:extLst>
          </p:cNvPr>
          <p:cNvCxnSpPr>
            <a:cxnSpLocks/>
          </p:cNvCxnSpPr>
          <p:nvPr/>
        </p:nvCxnSpPr>
        <p:spPr>
          <a:xfrm>
            <a:off x="6297287" y="3760285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820B57-B42F-FBD6-F65E-249734D0556E}"/>
              </a:ext>
            </a:extLst>
          </p:cNvPr>
          <p:cNvCxnSpPr>
            <a:cxnSpLocks/>
          </p:cNvCxnSpPr>
          <p:nvPr/>
        </p:nvCxnSpPr>
        <p:spPr>
          <a:xfrm>
            <a:off x="6297607" y="3097717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5EF557D-0B15-0C5B-F2EE-808D438A15F7}"/>
              </a:ext>
            </a:extLst>
          </p:cNvPr>
          <p:cNvSpPr/>
          <p:nvPr/>
        </p:nvSpPr>
        <p:spPr>
          <a:xfrm>
            <a:off x="6292813" y="2583553"/>
            <a:ext cx="1627721" cy="365760"/>
          </a:xfrm>
          <a:prstGeom prst="rect">
            <a:avLst/>
          </a:prstGeom>
          <a:solidFill>
            <a:srgbClr val="8064A2">
              <a:alpha val="20000"/>
            </a:srgbClr>
          </a:solidFill>
          <a:ln w="317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System 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656BA8-3DA9-B8F5-451A-0BE99889ADD4}"/>
              </a:ext>
            </a:extLst>
          </p:cNvPr>
          <p:cNvSpPr/>
          <p:nvPr/>
        </p:nvSpPr>
        <p:spPr>
          <a:xfrm>
            <a:off x="6313310" y="3908689"/>
            <a:ext cx="1627720" cy="365760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Device View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7FF8F2-501A-BD70-85AE-B6BF535BCF1D}"/>
              </a:ext>
            </a:extLst>
          </p:cNvPr>
          <p:cNvSpPr/>
          <p:nvPr/>
        </p:nvSpPr>
        <p:spPr>
          <a:xfrm>
            <a:off x="6315346" y="3246121"/>
            <a:ext cx="1627721" cy="365760"/>
          </a:xfrm>
          <a:prstGeom prst="rect">
            <a:avLst/>
          </a:prstGeom>
          <a:solidFill>
            <a:srgbClr val="8064A2">
              <a:lumMod val="60000"/>
              <a:lumOff val="40000"/>
              <a:alpha val="2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Administrator View</a:t>
            </a:r>
          </a:p>
        </p:txBody>
      </p:sp>
      <p:sp>
        <p:nvSpPr>
          <p:cNvPr id="37" name="Arrow: Curved Right 36">
            <a:extLst>
              <a:ext uri="{FF2B5EF4-FFF2-40B4-BE49-F238E27FC236}">
                <a16:creationId xmlns:a16="http://schemas.microsoft.com/office/drawing/2014/main" id="{23BDC3DB-7AF8-F76F-2731-3C798587EC30}"/>
              </a:ext>
            </a:extLst>
          </p:cNvPr>
          <p:cNvSpPr/>
          <p:nvPr/>
        </p:nvSpPr>
        <p:spPr>
          <a:xfrm>
            <a:off x="5786985" y="4053423"/>
            <a:ext cx="406187" cy="777690"/>
          </a:xfrm>
          <a:prstGeom prst="curvedRightArrow">
            <a:avLst/>
          </a:prstGeom>
          <a:solidFill>
            <a:srgbClr val="8064A2">
              <a:lumMod val="60000"/>
              <a:lumOff val="40000"/>
            </a:srgbClr>
          </a:solidFill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AA200-486F-F2CB-B1B0-87E1901C28B0}"/>
              </a:ext>
            </a:extLst>
          </p:cNvPr>
          <p:cNvSpPr/>
          <p:nvPr/>
        </p:nvSpPr>
        <p:spPr>
          <a:xfrm>
            <a:off x="6313310" y="4571257"/>
            <a:ext cx="1643423" cy="365760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Instance View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362E1E-440C-98A5-90F0-06C24BE050F4}"/>
              </a:ext>
            </a:extLst>
          </p:cNvPr>
          <p:cNvCxnSpPr>
            <a:cxnSpLocks/>
          </p:cNvCxnSpPr>
          <p:nvPr/>
        </p:nvCxnSpPr>
        <p:spPr>
          <a:xfrm>
            <a:off x="6313310" y="4424749"/>
            <a:ext cx="1643423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dash"/>
          </a:ln>
          <a:effectLst/>
        </p:spPr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4BAC5C-107D-0732-B254-EF4E67803B2D}"/>
              </a:ext>
            </a:extLst>
          </p:cNvPr>
          <p:cNvGrpSpPr/>
          <p:nvPr/>
        </p:nvGrpSpPr>
        <p:grpSpPr>
          <a:xfrm>
            <a:off x="3433466" y="4596274"/>
            <a:ext cx="2231345" cy="365760"/>
            <a:chOff x="3433466" y="4596274"/>
            <a:chExt cx="2231345" cy="365760"/>
          </a:xfrm>
        </p:grpSpPr>
        <p:sp>
          <p:nvSpPr>
            <p:cNvPr id="4" name="Web Server Tier">
              <a:extLst>
                <a:ext uri="{FF2B5EF4-FFF2-40B4-BE49-F238E27FC236}">
                  <a16:creationId xmlns:a16="http://schemas.microsoft.com/office/drawing/2014/main" id="{9FA15A96-A3D2-B08F-CF14-595C0D22D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933" y="4596274"/>
              <a:ext cx="603504" cy="36576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317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altLang="en-US" sz="800" kern="0" dirty="0">
                  <a:solidFill>
                    <a:prstClr val="black"/>
                  </a:solidFill>
                  <a:latin typeface="Arial"/>
                </a:rPr>
                <a:t>Concrete</a:t>
              </a:r>
            </a:p>
            <a:p>
              <a:pPr algn="ctr"/>
              <a:r>
                <a:rPr lang="en-US" altLang="en-US" sz="800" kern="0" dirty="0">
                  <a:solidFill>
                    <a:prstClr val="black"/>
                  </a:solidFill>
                  <a:latin typeface="Arial"/>
                </a:rPr>
                <a:t>Ansible Type</a:t>
              </a:r>
            </a:p>
          </p:txBody>
        </p:sp>
        <p:sp>
          <p:nvSpPr>
            <p:cNvPr id="7" name="Web Server Tier">
              <a:extLst>
                <a:ext uri="{FF2B5EF4-FFF2-40B4-BE49-F238E27FC236}">
                  <a16:creationId xmlns:a16="http://schemas.microsoft.com/office/drawing/2014/main" id="{54AFEE4B-6F70-7B85-6A9A-350900D7A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307" y="4596274"/>
              <a:ext cx="603504" cy="36576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317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altLang="en-US" sz="800" kern="0" dirty="0">
                  <a:solidFill>
                    <a:prstClr val="black"/>
                  </a:solidFill>
                  <a:latin typeface="Arial"/>
                </a:rPr>
                <a:t>Concrete</a:t>
              </a:r>
            </a:p>
            <a:p>
              <a:pPr algn="ctr"/>
              <a:r>
                <a:rPr lang="en-US" altLang="en-US" sz="800" kern="0" dirty="0">
                  <a:solidFill>
                    <a:prstClr val="black"/>
                  </a:solidFill>
                  <a:latin typeface="Arial"/>
                </a:rPr>
                <a:t>Terraform Type</a:t>
              </a:r>
            </a:p>
          </p:txBody>
        </p:sp>
        <p:sp>
          <p:nvSpPr>
            <p:cNvPr id="9" name="Web Server Tier">
              <a:extLst>
                <a:ext uri="{FF2B5EF4-FFF2-40B4-BE49-F238E27FC236}">
                  <a16:creationId xmlns:a16="http://schemas.microsoft.com/office/drawing/2014/main" id="{0CFFFAC4-6F01-C4FF-C247-9B63FA60E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3466" y="4596274"/>
              <a:ext cx="603504" cy="36576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317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altLang="en-US" sz="800" kern="0" dirty="0">
                  <a:solidFill>
                    <a:prstClr val="black"/>
                  </a:solidFill>
                  <a:latin typeface="Arial"/>
                </a:rPr>
                <a:t>Concrete</a:t>
              </a:r>
            </a:p>
            <a:p>
              <a:pPr algn="ctr"/>
              <a:r>
                <a:rPr lang="en-US" altLang="en-US" sz="800" kern="0" dirty="0">
                  <a:solidFill>
                    <a:prstClr val="black"/>
                  </a:solidFill>
                  <a:latin typeface="Arial"/>
                </a:rPr>
                <a:t>Bash Type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D44793-98B9-B178-93F2-3751AAB3F6CE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flipV="1">
            <a:off x="3735218" y="4288261"/>
            <a:ext cx="813920" cy="308013"/>
          </a:xfrm>
          <a:prstGeom prst="straightConnector1">
            <a:avLst/>
          </a:prstGeom>
          <a:noFill/>
          <a:ln w="317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81084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9EE4-7FE0-45F7-B471-D953590C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45">
            <a:extLst>
              <a:ext uri="{FF2B5EF4-FFF2-40B4-BE49-F238E27FC236}">
                <a16:creationId xmlns:a16="http://schemas.microsoft.com/office/drawing/2014/main" id="{FBC655D1-2A58-E33E-3355-B41C63787C39}"/>
              </a:ext>
            </a:extLst>
          </p:cNvPr>
          <p:cNvCxnSpPr>
            <a:cxnSpLocks/>
          </p:cNvCxnSpPr>
          <p:nvPr/>
        </p:nvCxnSpPr>
        <p:spPr>
          <a:xfrm>
            <a:off x="5787841" y="2160990"/>
            <a:ext cx="6501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54">
            <a:extLst>
              <a:ext uri="{FF2B5EF4-FFF2-40B4-BE49-F238E27FC236}">
                <a16:creationId xmlns:a16="http://schemas.microsoft.com/office/drawing/2014/main" id="{77890FD2-8D6E-900E-D156-CA2FD989D47E}"/>
              </a:ext>
            </a:extLst>
          </p:cNvPr>
          <p:cNvSpPr/>
          <p:nvPr/>
        </p:nvSpPr>
        <p:spPr>
          <a:xfrm>
            <a:off x="4587240" y="1298448"/>
            <a:ext cx="3017520" cy="4261104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100" dirty="0">
                <a:solidFill>
                  <a:schemeClr val="tx1"/>
                </a:solidFill>
              </a:rPr>
              <a:t>Generic Service Template</a:t>
            </a: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25A246BC-BFA7-39C9-5F0D-DD33D886B9C0}"/>
              </a:ext>
            </a:extLst>
          </p:cNvPr>
          <p:cNvSpPr/>
          <p:nvPr/>
        </p:nvSpPr>
        <p:spPr>
          <a:xfrm>
            <a:off x="4868525" y="2029165"/>
            <a:ext cx="771421" cy="2799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Application</a:t>
            </a:r>
          </a:p>
        </p:txBody>
      </p:sp>
      <p:sp>
        <p:nvSpPr>
          <p:cNvPr id="10" name="Rectangle: Rounded Corners 23">
            <a:extLst>
              <a:ext uri="{FF2B5EF4-FFF2-40B4-BE49-F238E27FC236}">
                <a16:creationId xmlns:a16="http://schemas.microsoft.com/office/drawing/2014/main" id="{88F2A918-D067-D4C2-0033-62CF6A6E550E}"/>
              </a:ext>
            </a:extLst>
          </p:cNvPr>
          <p:cNvSpPr/>
          <p:nvPr/>
        </p:nvSpPr>
        <p:spPr>
          <a:xfrm>
            <a:off x="4868525" y="1789359"/>
            <a:ext cx="771420" cy="81547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application</a:t>
            </a:r>
          </a:p>
        </p:txBody>
      </p:sp>
      <p:sp>
        <p:nvSpPr>
          <p:cNvPr id="11" name="Flowchart: Off-page Connector 24">
            <a:extLst>
              <a:ext uri="{FF2B5EF4-FFF2-40B4-BE49-F238E27FC236}">
                <a16:creationId xmlns:a16="http://schemas.microsoft.com/office/drawing/2014/main" id="{426B76DE-5610-D7DA-6D77-9209AFE12EAF}"/>
              </a:ext>
            </a:extLst>
          </p:cNvPr>
          <p:cNvSpPr/>
          <p:nvPr/>
        </p:nvSpPr>
        <p:spPr>
          <a:xfrm>
            <a:off x="5150382" y="2483539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EE6C18FB-5DE4-F09F-64B9-556EB6D0645D}"/>
              </a:ext>
            </a:extLst>
          </p:cNvPr>
          <p:cNvSpPr/>
          <p:nvPr/>
        </p:nvSpPr>
        <p:spPr>
          <a:xfrm>
            <a:off x="6566261" y="2035261"/>
            <a:ext cx="771421" cy="2799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: Rounded Corners 23">
            <a:extLst>
              <a:ext uri="{FF2B5EF4-FFF2-40B4-BE49-F238E27FC236}">
                <a16:creationId xmlns:a16="http://schemas.microsoft.com/office/drawing/2014/main" id="{20F1B40B-9D2A-4055-E8D4-08916EEA285F}"/>
              </a:ext>
            </a:extLst>
          </p:cNvPr>
          <p:cNvSpPr/>
          <p:nvPr/>
        </p:nvSpPr>
        <p:spPr>
          <a:xfrm>
            <a:off x="6566261" y="1795455"/>
            <a:ext cx="771420" cy="81547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</a:t>
            </a:r>
          </a:p>
        </p:txBody>
      </p:sp>
      <p:sp>
        <p:nvSpPr>
          <p:cNvPr id="20" name="Flowchart: Off-page Connector 24">
            <a:extLst>
              <a:ext uri="{FF2B5EF4-FFF2-40B4-BE49-F238E27FC236}">
                <a16:creationId xmlns:a16="http://schemas.microsoft.com/office/drawing/2014/main" id="{164A01C4-D610-9FAD-458C-43DD8228B106}"/>
              </a:ext>
            </a:extLst>
          </p:cNvPr>
          <p:cNvSpPr/>
          <p:nvPr/>
        </p:nvSpPr>
        <p:spPr>
          <a:xfrm>
            <a:off x="6848118" y="2489635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C6F8A40-612A-8C3D-7280-288679F9D420}"/>
              </a:ext>
            </a:extLst>
          </p:cNvPr>
          <p:cNvSpPr/>
          <p:nvPr/>
        </p:nvSpPr>
        <p:spPr>
          <a:xfrm>
            <a:off x="4868524" y="3525349"/>
            <a:ext cx="771421" cy="2509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Platform</a:t>
            </a:r>
          </a:p>
        </p:txBody>
      </p:sp>
      <p:sp>
        <p:nvSpPr>
          <p:cNvPr id="5" name="Rectangle: Rounded Corners 14">
            <a:extLst>
              <a:ext uri="{FF2B5EF4-FFF2-40B4-BE49-F238E27FC236}">
                <a16:creationId xmlns:a16="http://schemas.microsoft.com/office/drawing/2014/main" id="{BF27C827-02C1-A127-65D6-24375404F69F}"/>
              </a:ext>
            </a:extLst>
          </p:cNvPr>
          <p:cNvSpPr/>
          <p:nvPr/>
        </p:nvSpPr>
        <p:spPr>
          <a:xfrm>
            <a:off x="4868524" y="3294523"/>
            <a:ext cx="771420" cy="81547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bIns="73152" rtlCol="0" anchor="b" anchorCtr="0"/>
          <a:lstStyle/>
          <a:p>
            <a:pPr lvl="0">
              <a:defRPr/>
            </a:pPr>
            <a:r>
              <a:rPr lang="en-US" sz="800" dirty="0">
                <a:solidFill>
                  <a:prstClr val="black"/>
                </a:solidFill>
              </a:rPr>
              <a:t>platform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rrow: Chevron 15">
            <a:extLst>
              <a:ext uri="{FF2B5EF4-FFF2-40B4-BE49-F238E27FC236}">
                <a16:creationId xmlns:a16="http://schemas.microsoft.com/office/drawing/2014/main" id="{79746D56-F170-EBDE-66EB-CE5FC42560D9}"/>
              </a:ext>
            </a:extLst>
          </p:cNvPr>
          <p:cNvSpPr/>
          <p:nvPr/>
        </p:nvSpPr>
        <p:spPr>
          <a:xfrm rot="5400000">
            <a:off x="4960738" y="321014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Arrow: Chevron 15">
            <a:extLst>
              <a:ext uri="{FF2B5EF4-FFF2-40B4-BE49-F238E27FC236}">
                <a16:creationId xmlns:a16="http://schemas.microsoft.com/office/drawing/2014/main" id="{02DBBB3F-1495-9EDC-6B8D-3CB452135A9E}"/>
              </a:ext>
            </a:extLst>
          </p:cNvPr>
          <p:cNvSpPr/>
          <p:nvPr/>
        </p:nvSpPr>
        <p:spPr>
          <a:xfrm rot="5400000">
            <a:off x="5277730" y="321014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28" name="Straight Arrow Connector 45">
            <a:extLst>
              <a:ext uri="{FF2B5EF4-FFF2-40B4-BE49-F238E27FC236}">
                <a16:creationId xmlns:a16="http://schemas.microsoft.com/office/drawing/2014/main" id="{4AAE3AF0-0260-759A-C3A9-0D38E2318809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938118" y="2759635"/>
            <a:ext cx="172348" cy="4366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7D45D50-08AA-2C98-A441-6C685F59BB26}"/>
              </a:ext>
            </a:extLst>
          </p:cNvPr>
          <p:cNvSpPr txBox="1"/>
          <p:nvPr/>
        </p:nvSpPr>
        <p:spPr>
          <a:xfrm>
            <a:off x="6555862" y="2878783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it-IT" dirty="0"/>
              <a:t>AvailableOn</a:t>
            </a:r>
          </a:p>
        </p:txBody>
      </p:sp>
      <p:sp>
        <p:nvSpPr>
          <p:cNvPr id="34" name="Flowchart: Off-page Connector 24">
            <a:extLst>
              <a:ext uri="{FF2B5EF4-FFF2-40B4-BE49-F238E27FC236}">
                <a16:creationId xmlns:a16="http://schemas.microsoft.com/office/drawing/2014/main" id="{04A6C246-08EE-C16D-FA4E-6542DE836D4A}"/>
              </a:ext>
            </a:extLst>
          </p:cNvPr>
          <p:cNvSpPr/>
          <p:nvPr/>
        </p:nvSpPr>
        <p:spPr>
          <a:xfrm>
            <a:off x="5583301" y="2029928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Arrow: Chevron 15">
            <a:extLst>
              <a:ext uri="{FF2B5EF4-FFF2-40B4-BE49-F238E27FC236}">
                <a16:creationId xmlns:a16="http://schemas.microsoft.com/office/drawing/2014/main" id="{ED84C81D-6FDE-0C27-79E1-95FD83B7F868}"/>
              </a:ext>
            </a:extLst>
          </p:cNvPr>
          <p:cNvSpPr/>
          <p:nvPr/>
        </p:nvSpPr>
        <p:spPr>
          <a:xfrm rot="5400000">
            <a:off x="6429554" y="2083590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0CE7F98-5859-A1AF-3743-631A9E7B62CB}"/>
              </a:ext>
            </a:extLst>
          </p:cNvPr>
          <p:cNvSpPr txBox="1"/>
          <p:nvPr/>
        </p:nvSpPr>
        <p:spPr>
          <a:xfrm>
            <a:off x="5818178" y="1957579"/>
            <a:ext cx="548951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it-IT" dirty="0"/>
              <a:t>Processes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9E62FE42-FC37-3246-4B58-76BA904E763A}"/>
              </a:ext>
            </a:extLst>
          </p:cNvPr>
          <p:cNvSpPr/>
          <p:nvPr/>
        </p:nvSpPr>
        <p:spPr>
          <a:xfrm>
            <a:off x="6566260" y="3531310"/>
            <a:ext cx="771421" cy="2509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Platform</a:t>
            </a:r>
          </a:p>
        </p:txBody>
      </p:sp>
      <p:sp>
        <p:nvSpPr>
          <p:cNvPr id="25" name="Rectangle: Rounded Corners 14">
            <a:extLst>
              <a:ext uri="{FF2B5EF4-FFF2-40B4-BE49-F238E27FC236}">
                <a16:creationId xmlns:a16="http://schemas.microsoft.com/office/drawing/2014/main" id="{853EF04B-1D2C-4EE0-974F-3B40A9642D5F}"/>
              </a:ext>
            </a:extLst>
          </p:cNvPr>
          <p:cNvSpPr/>
          <p:nvPr/>
        </p:nvSpPr>
        <p:spPr>
          <a:xfrm>
            <a:off x="6566260" y="3300484"/>
            <a:ext cx="771420" cy="81547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bIns="73152" rtlCol="0" anchor="b" anchorCtr="0"/>
          <a:lstStyle/>
          <a:p>
            <a:r>
              <a:rPr lang="en-US" sz="800" dirty="0">
                <a:solidFill>
                  <a:prstClr val="black"/>
                </a:solidFill>
              </a:rPr>
              <a:t>platform</a:t>
            </a:r>
          </a:p>
        </p:txBody>
      </p:sp>
      <p:sp>
        <p:nvSpPr>
          <p:cNvPr id="26" name="Arrow: Chevron 15">
            <a:extLst>
              <a:ext uri="{FF2B5EF4-FFF2-40B4-BE49-F238E27FC236}">
                <a16:creationId xmlns:a16="http://schemas.microsoft.com/office/drawing/2014/main" id="{BB8852C4-2BA0-C328-88D8-AEC3B3B556AA}"/>
              </a:ext>
            </a:extLst>
          </p:cNvPr>
          <p:cNvSpPr/>
          <p:nvPr/>
        </p:nvSpPr>
        <p:spPr>
          <a:xfrm rot="5400000">
            <a:off x="6658474" y="3216110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0" name="Arrow: Chevron 15">
            <a:extLst>
              <a:ext uri="{FF2B5EF4-FFF2-40B4-BE49-F238E27FC236}">
                <a16:creationId xmlns:a16="http://schemas.microsoft.com/office/drawing/2014/main" id="{A60663FB-1B2B-56B2-E512-913A4EC8F8FE}"/>
              </a:ext>
            </a:extLst>
          </p:cNvPr>
          <p:cNvSpPr/>
          <p:nvPr/>
        </p:nvSpPr>
        <p:spPr>
          <a:xfrm rot="5400000">
            <a:off x="6975466" y="3216110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42C8EF-A875-051C-D983-CAEC301E39E6}"/>
              </a:ext>
            </a:extLst>
          </p:cNvPr>
          <p:cNvGrpSpPr/>
          <p:nvPr/>
        </p:nvGrpSpPr>
        <p:grpSpPr>
          <a:xfrm>
            <a:off x="5732923" y="4489451"/>
            <a:ext cx="771421" cy="944853"/>
            <a:chOff x="5689577" y="3579964"/>
            <a:chExt cx="771421" cy="944853"/>
          </a:xfrm>
        </p:grpSpPr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D6FE7F10-D701-FE3F-2894-D5D0CA913F10}"/>
                </a:ext>
              </a:extLst>
            </p:cNvPr>
            <p:cNvSpPr/>
            <p:nvPr/>
          </p:nvSpPr>
          <p:spPr>
            <a:xfrm>
              <a:off x="5689577" y="4032525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Network</a:t>
              </a:r>
            </a:p>
          </p:txBody>
        </p:sp>
        <p:sp>
          <p:nvSpPr>
            <p:cNvPr id="41" name="Rectangle: Rounded Corners 14">
              <a:extLst>
                <a:ext uri="{FF2B5EF4-FFF2-40B4-BE49-F238E27FC236}">
                  <a16:creationId xmlns:a16="http://schemas.microsoft.com/office/drawing/2014/main" id="{A5838CCE-AD1C-28B3-E499-B3305257C7AD}"/>
                </a:ext>
              </a:extLst>
            </p:cNvPr>
            <p:cNvSpPr/>
            <p:nvPr/>
          </p:nvSpPr>
          <p:spPr>
            <a:xfrm>
              <a:off x="5689577" y="3709338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network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2" name="Arrow: Chevron 15">
              <a:extLst>
                <a:ext uri="{FF2B5EF4-FFF2-40B4-BE49-F238E27FC236}">
                  <a16:creationId xmlns:a16="http://schemas.microsoft.com/office/drawing/2014/main" id="{63E592DE-1E5E-930E-0497-0480A53490C2}"/>
                </a:ext>
              </a:extLst>
            </p:cNvPr>
            <p:cNvSpPr/>
            <p:nvPr/>
          </p:nvSpPr>
          <p:spPr>
            <a:xfrm rot="5400000">
              <a:off x="5781791" y="3624964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3" name="Arrow: Chevron 15">
              <a:extLst>
                <a:ext uri="{FF2B5EF4-FFF2-40B4-BE49-F238E27FC236}">
                  <a16:creationId xmlns:a16="http://schemas.microsoft.com/office/drawing/2014/main" id="{FE41CB94-606F-E1D3-BC01-D676F7B9A8BA}"/>
                </a:ext>
              </a:extLst>
            </p:cNvPr>
            <p:cNvSpPr/>
            <p:nvPr/>
          </p:nvSpPr>
          <p:spPr>
            <a:xfrm rot="5400000">
              <a:off x="6098783" y="3624964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4" name="Flowchart: Off-page Connector 24">
            <a:extLst>
              <a:ext uri="{FF2B5EF4-FFF2-40B4-BE49-F238E27FC236}">
                <a16:creationId xmlns:a16="http://schemas.microsoft.com/office/drawing/2014/main" id="{B98CFE2C-A657-3078-33D1-B716ABDEE7BA}"/>
              </a:ext>
            </a:extLst>
          </p:cNvPr>
          <p:cNvSpPr/>
          <p:nvPr/>
        </p:nvSpPr>
        <p:spPr>
          <a:xfrm>
            <a:off x="5164234" y="4028417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Flowchart: Off-page Connector 24">
            <a:extLst>
              <a:ext uri="{FF2B5EF4-FFF2-40B4-BE49-F238E27FC236}">
                <a16:creationId xmlns:a16="http://schemas.microsoft.com/office/drawing/2014/main" id="{25E7FAED-F43B-A9FB-9120-03E022625F99}"/>
              </a:ext>
            </a:extLst>
          </p:cNvPr>
          <p:cNvSpPr/>
          <p:nvPr/>
        </p:nvSpPr>
        <p:spPr>
          <a:xfrm>
            <a:off x="6861970" y="4028417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9" name="Straight Arrow Connector 45">
            <a:extLst>
              <a:ext uri="{FF2B5EF4-FFF2-40B4-BE49-F238E27FC236}">
                <a16:creationId xmlns:a16="http://schemas.microsoft.com/office/drawing/2014/main" id="{10293860-EDDC-D3A6-DDA1-14A11D473034}"/>
              </a:ext>
            </a:extLst>
          </p:cNvPr>
          <p:cNvCxnSpPr>
            <a:cxnSpLocks/>
            <a:stCxn id="44" idx="2"/>
            <a:endCxn id="42" idx="1"/>
          </p:cNvCxnSpPr>
          <p:nvPr/>
        </p:nvCxnSpPr>
        <p:spPr>
          <a:xfrm>
            <a:off x="5254234" y="4298417"/>
            <a:ext cx="705903" cy="21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45">
            <a:extLst>
              <a:ext uri="{FF2B5EF4-FFF2-40B4-BE49-F238E27FC236}">
                <a16:creationId xmlns:a16="http://schemas.microsoft.com/office/drawing/2014/main" id="{1236C055-50E6-2974-FD4C-0DEFEC52AD6D}"/>
              </a:ext>
            </a:extLst>
          </p:cNvPr>
          <p:cNvCxnSpPr>
            <a:cxnSpLocks/>
            <a:stCxn id="48" idx="2"/>
            <a:endCxn id="43" idx="1"/>
          </p:cNvCxnSpPr>
          <p:nvPr/>
        </p:nvCxnSpPr>
        <p:spPr>
          <a:xfrm flipH="1">
            <a:off x="6277129" y="4298417"/>
            <a:ext cx="674841" cy="21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sellaDiTesto 15">
            <a:extLst>
              <a:ext uri="{FF2B5EF4-FFF2-40B4-BE49-F238E27FC236}">
                <a16:creationId xmlns:a16="http://schemas.microsoft.com/office/drawing/2014/main" id="{4C10C0DE-417B-1764-C82B-A5ECC81D6369}"/>
              </a:ext>
            </a:extLst>
          </p:cNvPr>
          <p:cNvSpPr txBox="1"/>
          <p:nvPr/>
        </p:nvSpPr>
        <p:spPr>
          <a:xfrm>
            <a:off x="5240382" y="4332640"/>
            <a:ext cx="44569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LinksTo</a:t>
            </a:r>
          </a:p>
        </p:txBody>
      </p:sp>
      <p:sp>
        <p:nvSpPr>
          <p:cNvPr id="60" name="CasellaDiTesto 15">
            <a:extLst>
              <a:ext uri="{FF2B5EF4-FFF2-40B4-BE49-F238E27FC236}">
                <a16:creationId xmlns:a16="http://schemas.microsoft.com/office/drawing/2014/main" id="{89456A4C-2B78-DD50-E00B-530C80AFD4EB}"/>
              </a:ext>
            </a:extLst>
          </p:cNvPr>
          <p:cNvSpPr txBox="1"/>
          <p:nvPr/>
        </p:nvSpPr>
        <p:spPr>
          <a:xfrm>
            <a:off x="6284455" y="4318265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LinksTo</a:t>
            </a:r>
          </a:p>
        </p:txBody>
      </p:sp>
      <p:cxnSp>
        <p:nvCxnSpPr>
          <p:cNvPr id="7" name="Straight Arrow Connector 45">
            <a:extLst>
              <a:ext uri="{FF2B5EF4-FFF2-40B4-BE49-F238E27FC236}">
                <a16:creationId xmlns:a16="http://schemas.microsoft.com/office/drawing/2014/main" id="{012CEBA7-C667-AB7C-D4E3-FA4F4C8BFA59}"/>
              </a:ext>
            </a:extLst>
          </p:cNvPr>
          <p:cNvCxnSpPr>
            <a:cxnSpLocks/>
          </p:cNvCxnSpPr>
          <p:nvPr/>
        </p:nvCxnSpPr>
        <p:spPr>
          <a:xfrm flipH="1">
            <a:off x="5095738" y="2753539"/>
            <a:ext cx="144644" cy="436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A8986F7-96D6-0416-2ECC-EC987B5E7E69}"/>
              </a:ext>
            </a:extLst>
          </p:cNvPr>
          <p:cNvSpPr txBox="1"/>
          <p:nvPr/>
        </p:nvSpPr>
        <p:spPr>
          <a:xfrm>
            <a:off x="4738250" y="2859471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 err="1"/>
              <a:t>RunsOn</a:t>
            </a:r>
            <a:endParaRPr lang="it-IT" sz="9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165F92A-B131-3A2E-AEEA-BDE961ACDD8F}"/>
              </a:ext>
            </a:extLst>
          </p:cNvPr>
          <p:cNvCxnSpPr>
            <a:cxnSpLocks/>
          </p:cNvCxnSpPr>
          <p:nvPr/>
        </p:nvCxnSpPr>
        <p:spPr>
          <a:xfrm flipH="1">
            <a:off x="7603008" y="2026828"/>
            <a:ext cx="653665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lowchart: Multidocument 1">
            <a:extLst>
              <a:ext uri="{FF2B5EF4-FFF2-40B4-BE49-F238E27FC236}">
                <a16:creationId xmlns:a16="http://schemas.microsoft.com/office/drawing/2014/main" id="{7CDE3BBE-7BEC-C455-9718-433C6C8BC9A0}"/>
              </a:ext>
            </a:extLst>
          </p:cNvPr>
          <p:cNvSpPr/>
          <p:nvPr/>
        </p:nvSpPr>
        <p:spPr>
          <a:xfrm>
            <a:off x="8263996" y="1446459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Common Profile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4D446B-BB0A-7659-8EBD-4FE634D73C92}"/>
              </a:ext>
            </a:extLst>
          </p:cNvPr>
          <p:cNvSpPr txBox="1"/>
          <p:nvPr/>
        </p:nvSpPr>
        <p:spPr>
          <a:xfrm>
            <a:off x="7696467" y="1853367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imports</a:t>
            </a:r>
          </a:p>
        </p:txBody>
      </p:sp>
    </p:spTree>
    <p:extLst>
      <p:ext uri="{BB962C8B-B14F-4D97-AF65-F5344CB8AC3E}">
        <p14:creationId xmlns:p14="http://schemas.microsoft.com/office/powerpoint/2010/main" val="462828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F4AE-47C1-0EBD-44A6-2CC7768D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244748B-A0AC-7F99-AFB6-E96A5348AC9A}"/>
              </a:ext>
            </a:extLst>
          </p:cNvPr>
          <p:cNvGrpSpPr/>
          <p:nvPr/>
        </p:nvGrpSpPr>
        <p:grpSpPr>
          <a:xfrm>
            <a:off x="4025573" y="2445107"/>
            <a:ext cx="4140854" cy="1967787"/>
            <a:chOff x="762908" y="2016604"/>
            <a:chExt cx="4140854" cy="1967787"/>
          </a:xfrm>
        </p:grpSpPr>
        <p:sp>
          <p:nvSpPr>
            <p:cNvPr id="2" name="Flowchart: Multidocument 1">
              <a:extLst>
                <a:ext uri="{FF2B5EF4-FFF2-40B4-BE49-F238E27FC236}">
                  <a16:creationId xmlns:a16="http://schemas.microsoft.com/office/drawing/2014/main" id="{8B200B80-52AE-4147-B0B0-AF7A7AB4A114}"/>
                </a:ext>
              </a:extLst>
            </p:cNvPr>
            <p:cNvSpPr/>
            <p:nvPr/>
          </p:nvSpPr>
          <p:spPr>
            <a:xfrm>
              <a:off x="2567119" y="2016604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Common Profile</a:t>
              </a:r>
            </a:p>
          </p:txBody>
        </p:sp>
        <p:sp>
          <p:nvSpPr>
            <p:cNvPr id="44" name="Flowchart: Multidocument 43">
              <a:extLst>
                <a:ext uri="{FF2B5EF4-FFF2-40B4-BE49-F238E27FC236}">
                  <a16:creationId xmlns:a16="http://schemas.microsoft.com/office/drawing/2014/main" id="{1A78D5B8-0EE7-2DCA-6195-9B97B6A3DFA1}"/>
                </a:ext>
              </a:extLst>
            </p:cNvPr>
            <p:cNvSpPr/>
            <p:nvPr/>
          </p:nvSpPr>
          <p:spPr>
            <a:xfrm>
              <a:off x="762908" y="3298591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Ins="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Network Profile</a:t>
              </a:r>
            </a:p>
          </p:txBody>
        </p:sp>
        <p:sp>
          <p:nvSpPr>
            <p:cNvPr id="46" name="Flowchart: Multidocument 45">
              <a:extLst>
                <a:ext uri="{FF2B5EF4-FFF2-40B4-BE49-F238E27FC236}">
                  <a16:creationId xmlns:a16="http://schemas.microsoft.com/office/drawing/2014/main" id="{46D95D3F-6C04-CDE6-CA00-4FAA35C7F5BC}"/>
                </a:ext>
              </a:extLst>
            </p:cNvPr>
            <p:cNvSpPr/>
            <p:nvPr/>
          </p:nvSpPr>
          <p:spPr>
            <a:xfrm>
              <a:off x="1838393" y="3298591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Ins="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Data</a:t>
              </a:r>
            </a:p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Profile</a:t>
              </a:r>
            </a:p>
          </p:txBody>
        </p:sp>
        <p:sp>
          <p:nvSpPr>
            <p:cNvPr id="47" name="Flowchart: Multidocument 46">
              <a:extLst>
                <a:ext uri="{FF2B5EF4-FFF2-40B4-BE49-F238E27FC236}">
                  <a16:creationId xmlns:a16="http://schemas.microsoft.com/office/drawing/2014/main" id="{B32E97C4-7425-A7FF-4417-065D307ED130}"/>
                </a:ext>
              </a:extLst>
            </p:cNvPr>
            <p:cNvSpPr/>
            <p:nvPr/>
          </p:nvSpPr>
          <p:spPr>
            <a:xfrm>
              <a:off x="2913878" y="3298591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Ins="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Application Profile</a:t>
              </a:r>
            </a:p>
          </p:txBody>
        </p:sp>
        <p:sp>
          <p:nvSpPr>
            <p:cNvPr id="48" name="Flowchart: Multidocument 47">
              <a:extLst>
                <a:ext uri="{FF2B5EF4-FFF2-40B4-BE49-F238E27FC236}">
                  <a16:creationId xmlns:a16="http://schemas.microsoft.com/office/drawing/2014/main" id="{F391FBC0-AC91-EB4D-7B76-50871F114BAE}"/>
                </a:ext>
              </a:extLst>
            </p:cNvPr>
            <p:cNvSpPr/>
            <p:nvPr/>
          </p:nvSpPr>
          <p:spPr>
            <a:xfrm>
              <a:off x="3989362" y="3298591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Ins="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Platform</a:t>
              </a:r>
            </a:p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Profile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02AD095-7758-C623-6ED0-58F8A5239D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9283" y="2661356"/>
              <a:ext cx="1170130" cy="597032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 w="lg" len="lg"/>
            </a:ln>
            <a:effectLst/>
          </p:spPr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7D30E58-0380-F16E-C57D-C98897E803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646" y="2615636"/>
              <a:ext cx="1138391" cy="63723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 w="lg" len="lg"/>
            </a:ln>
            <a:effectLst/>
          </p:spPr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09A601A-A66D-2388-7864-BF7005C954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8500" y="2728173"/>
              <a:ext cx="359177" cy="542986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 w="lg" len="lg"/>
            </a:ln>
            <a:effectLst/>
          </p:spPr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9382F1E-2B0F-9EE2-D977-FF29F0266F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8700" y="2633924"/>
              <a:ext cx="305285" cy="628091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 w="lg" len="lg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2CE5E8-BA9F-99FD-5042-4A5C17C00957}"/>
                </a:ext>
              </a:extLst>
            </p:cNvPr>
            <p:cNvSpPr txBox="1"/>
            <p:nvPr/>
          </p:nvSpPr>
          <p:spPr>
            <a:xfrm>
              <a:off x="2295593" y="2900289"/>
              <a:ext cx="354263" cy="153888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import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DDE020-BF21-5EA9-F6A9-789935D69F5B}"/>
                </a:ext>
              </a:extLst>
            </p:cNvPr>
            <p:cNvSpPr txBox="1"/>
            <p:nvPr/>
          </p:nvSpPr>
          <p:spPr>
            <a:xfrm>
              <a:off x="3134282" y="2922722"/>
              <a:ext cx="354263" cy="153888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defRPr>
              </a:lvl1pPr>
            </a:lstStyle>
            <a:p>
              <a:r>
                <a:rPr lang="en-US" dirty="0"/>
                <a:t>import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93B801-20F7-5E29-3E8F-C235ABB00037}"/>
                </a:ext>
              </a:extLst>
            </p:cNvPr>
            <p:cNvSpPr txBox="1"/>
            <p:nvPr/>
          </p:nvSpPr>
          <p:spPr>
            <a:xfrm>
              <a:off x="3689009" y="2836609"/>
              <a:ext cx="354263" cy="153888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defRPr>
              </a:lvl1pPr>
            </a:lstStyle>
            <a:p>
              <a:r>
                <a:rPr lang="en-US" dirty="0"/>
                <a:t>import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169F56-14CE-1681-4753-65766009FF4F}"/>
                </a:ext>
              </a:extLst>
            </p:cNvPr>
            <p:cNvSpPr txBox="1"/>
            <p:nvPr/>
          </p:nvSpPr>
          <p:spPr>
            <a:xfrm>
              <a:off x="1774683" y="2871025"/>
              <a:ext cx="354263" cy="153888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import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78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0AB65-455C-7FB8-BCB1-F5C36A34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45">
            <a:extLst>
              <a:ext uri="{FF2B5EF4-FFF2-40B4-BE49-F238E27FC236}">
                <a16:creationId xmlns:a16="http://schemas.microsoft.com/office/drawing/2014/main" id="{47C5A3D1-C32B-08AF-A3F1-786B3EF16378}"/>
              </a:ext>
            </a:extLst>
          </p:cNvPr>
          <p:cNvCxnSpPr>
            <a:cxnSpLocks/>
          </p:cNvCxnSpPr>
          <p:nvPr/>
        </p:nvCxnSpPr>
        <p:spPr>
          <a:xfrm>
            <a:off x="5787841" y="2160990"/>
            <a:ext cx="6501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54">
            <a:extLst>
              <a:ext uri="{FF2B5EF4-FFF2-40B4-BE49-F238E27FC236}">
                <a16:creationId xmlns:a16="http://schemas.microsoft.com/office/drawing/2014/main" id="{C1DAEF10-6398-21B7-8959-AB32BB57729D}"/>
              </a:ext>
            </a:extLst>
          </p:cNvPr>
          <p:cNvSpPr/>
          <p:nvPr/>
        </p:nvSpPr>
        <p:spPr>
          <a:xfrm>
            <a:off x="4587240" y="1298448"/>
            <a:ext cx="3017520" cy="4261104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100" dirty="0">
                <a:solidFill>
                  <a:schemeClr val="tx1"/>
                </a:solidFill>
              </a:rPr>
              <a:t>Abstract Service Template</a:t>
            </a: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E5C13AAA-4C8A-056C-06E8-78A0A08887FF}"/>
              </a:ext>
            </a:extLst>
          </p:cNvPr>
          <p:cNvSpPr/>
          <p:nvPr/>
        </p:nvSpPr>
        <p:spPr>
          <a:xfrm>
            <a:off x="4868525" y="2029165"/>
            <a:ext cx="771421" cy="2799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Web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Application</a:t>
            </a:r>
          </a:p>
        </p:txBody>
      </p:sp>
      <p:sp>
        <p:nvSpPr>
          <p:cNvPr id="10" name="Rectangle: Rounded Corners 23">
            <a:extLst>
              <a:ext uri="{FF2B5EF4-FFF2-40B4-BE49-F238E27FC236}">
                <a16:creationId xmlns:a16="http://schemas.microsoft.com/office/drawing/2014/main" id="{27CE6E94-CEF7-DA33-127C-5D2B427DD4B7}"/>
              </a:ext>
            </a:extLst>
          </p:cNvPr>
          <p:cNvSpPr/>
          <p:nvPr/>
        </p:nvSpPr>
        <p:spPr>
          <a:xfrm>
            <a:off x="4868525" y="1789359"/>
            <a:ext cx="771420" cy="81547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application</a:t>
            </a:r>
          </a:p>
        </p:txBody>
      </p:sp>
      <p:sp>
        <p:nvSpPr>
          <p:cNvPr id="11" name="Flowchart: Off-page Connector 24">
            <a:extLst>
              <a:ext uri="{FF2B5EF4-FFF2-40B4-BE49-F238E27FC236}">
                <a16:creationId xmlns:a16="http://schemas.microsoft.com/office/drawing/2014/main" id="{98894D16-7B47-F941-BEFC-7B7ABD32A4C2}"/>
              </a:ext>
            </a:extLst>
          </p:cNvPr>
          <p:cNvSpPr/>
          <p:nvPr/>
        </p:nvSpPr>
        <p:spPr>
          <a:xfrm>
            <a:off x="5150382" y="2483539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132451CB-0ED1-D243-DE21-5D44CC97315A}"/>
              </a:ext>
            </a:extLst>
          </p:cNvPr>
          <p:cNvSpPr/>
          <p:nvPr/>
        </p:nvSpPr>
        <p:spPr>
          <a:xfrm>
            <a:off x="6566261" y="2035261"/>
            <a:ext cx="771421" cy="2799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Database</a:t>
            </a:r>
          </a:p>
        </p:txBody>
      </p:sp>
      <p:sp>
        <p:nvSpPr>
          <p:cNvPr id="14" name="Rectangle: Rounded Corners 23">
            <a:extLst>
              <a:ext uri="{FF2B5EF4-FFF2-40B4-BE49-F238E27FC236}">
                <a16:creationId xmlns:a16="http://schemas.microsoft.com/office/drawing/2014/main" id="{EE4D09DB-A138-8F2E-8BF9-90B01F0DF7CC}"/>
              </a:ext>
            </a:extLst>
          </p:cNvPr>
          <p:cNvSpPr/>
          <p:nvPr/>
        </p:nvSpPr>
        <p:spPr>
          <a:xfrm>
            <a:off x="6566261" y="1795455"/>
            <a:ext cx="771420" cy="81547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</a:t>
            </a:r>
          </a:p>
        </p:txBody>
      </p:sp>
      <p:sp>
        <p:nvSpPr>
          <p:cNvPr id="20" name="Flowchart: Off-page Connector 24">
            <a:extLst>
              <a:ext uri="{FF2B5EF4-FFF2-40B4-BE49-F238E27FC236}">
                <a16:creationId xmlns:a16="http://schemas.microsoft.com/office/drawing/2014/main" id="{421B5B31-7EF3-AE6C-5F1E-C57AC1BD858B}"/>
              </a:ext>
            </a:extLst>
          </p:cNvPr>
          <p:cNvSpPr/>
          <p:nvPr/>
        </p:nvSpPr>
        <p:spPr>
          <a:xfrm>
            <a:off x="6848118" y="2489635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7E9C9F2-C836-AD49-546B-01236A7DA012}"/>
              </a:ext>
            </a:extLst>
          </p:cNvPr>
          <p:cNvSpPr/>
          <p:nvPr/>
        </p:nvSpPr>
        <p:spPr>
          <a:xfrm>
            <a:off x="4868524" y="3525349"/>
            <a:ext cx="771421" cy="2509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Kubernetes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Cluster</a:t>
            </a:r>
          </a:p>
        </p:txBody>
      </p:sp>
      <p:sp>
        <p:nvSpPr>
          <p:cNvPr id="5" name="Rectangle: Rounded Corners 14">
            <a:extLst>
              <a:ext uri="{FF2B5EF4-FFF2-40B4-BE49-F238E27FC236}">
                <a16:creationId xmlns:a16="http://schemas.microsoft.com/office/drawing/2014/main" id="{60E57F97-CE34-4D28-B52B-93CCC10F9591}"/>
              </a:ext>
            </a:extLst>
          </p:cNvPr>
          <p:cNvSpPr/>
          <p:nvPr/>
        </p:nvSpPr>
        <p:spPr>
          <a:xfrm>
            <a:off x="4868524" y="3294523"/>
            <a:ext cx="771420" cy="81547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bIns="73152" rtlCol="0" anchor="b" anchorCtr="0"/>
          <a:lstStyle/>
          <a:p>
            <a:pPr lvl="0">
              <a:defRPr/>
            </a:pPr>
            <a:r>
              <a:rPr lang="en-US" sz="800" dirty="0">
                <a:solidFill>
                  <a:prstClr val="black"/>
                </a:solidFill>
              </a:rPr>
              <a:t>platform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rrow: Chevron 15">
            <a:extLst>
              <a:ext uri="{FF2B5EF4-FFF2-40B4-BE49-F238E27FC236}">
                <a16:creationId xmlns:a16="http://schemas.microsoft.com/office/drawing/2014/main" id="{30007F5B-0F72-CA27-5A42-4CD3AE887D22}"/>
              </a:ext>
            </a:extLst>
          </p:cNvPr>
          <p:cNvSpPr/>
          <p:nvPr/>
        </p:nvSpPr>
        <p:spPr>
          <a:xfrm rot="5400000">
            <a:off x="4960738" y="321014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Arrow: Chevron 15">
            <a:extLst>
              <a:ext uri="{FF2B5EF4-FFF2-40B4-BE49-F238E27FC236}">
                <a16:creationId xmlns:a16="http://schemas.microsoft.com/office/drawing/2014/main" id="{D421A43C-700A-0CD6-4EA9-58841CFE26E8}"/>
              </a:ext>
            </a:extLst>
          </p:cNvPr>
          <p:cNvSpPr/>
          <p:nvPr/>
        </p:nvSpPr>
        <p:spPr>
          <a:xfrm rot="5400000">
            <a:off x="5277730" y="321014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28" name="Straight Arrow Connector 45">
            <a:extLst>
              <a:ext uri="{FF2B5EF4-FFF2-40B4-BE49-F238E27FC236}">
                <a16:creationId xmlns:a16="http://schemas.microsoft.com/office/drawing/2014/main" id="{20D2C649-09A3-D930-FA24-10DCBA92A2A2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938118" y="2759635"/>
            <a:ext cx="172348" cy="4366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1E006CC-792B-E701-7D4B-D10A37E163EC}"/>
              </a:ext>
            </a:extLst>
          </p:cNvPr>
          <p:cNvSpPr txBox="1"/>
          <p:nvPr/>
        </p:nvSpPr>
        <p:spPr>
          <a:xfrm>
            <a:off x="6555862" y="2878783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it-IT" dirty="0"/>
              <a:t>AvailableOn</a:t>
            </a:r>
          </a:p>
        </p:txBody>
      </p:sp>
      <p:sp>
        <p:nvSpPr>
          <p:cNvPr id="34" name="Flowchart: Off-page Connector 24">
            <a:extLst>
              <a:ext uri="{FF2B5EF4-FFF2-40B4-BE49-F238E27FC236}">
                <a16:creationId xmlns:a16="http://schemas.microsoft.com/office/drawing/2014/main" id="{58A6B33A-BA81-F25A-8619-45286A33953C}"/>
              </a:ext>
            </a:extLst>
          </p:cNvPr>
          <p:cNvSpPr/>
          <p:nvPr/>
        </p:nvSpPr>
        <p:spPr>
          <a:xfrm>
            <a:off x="5583301" y="2029928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Arrow: Chevron 15">
            <a:extLst>
              <a:ext uri="{FF2B5EF4-FFF2-40B4-BE49-F238E27FC236}">
                <a16:creationId xmlns:a16="http://schemas.microsoft.com/office/drawing/2014/main" id="{68AC8133-9449-CAE0-6701-C0B889827620}"/>
              </a:ext>
            </a:extLst>
          </p:cNvPr>
          <p:cNvSpPr/>
          <p:nvPr/>
        </p:nvSpPr>
        <p:spPr>
          <a:xfrm rot="5400000">
            <a:off x="6429554" y="2083590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B2821A75-8421-6C7E-B492-25FEDF9AE852}"/>
              </a:ext>
            </a:extLst>
          </p:cNvPr>
          <p:cNvSpPr txBox="1"/>
          <p:nvPr/>
        </p:nvSpPr>
        <p:spPr>
          <a:xfrm>
            <a:off x="5818178" y="1957579"/>
            <a:ext cx="548951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it-IT" dirty="0"/>
              <a:t>Processes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271B8E15-C8A4-CD5B-53C9-738203EB5C72}"/>
              </a:ext>
            </a:extLst>
          </p:cNvPr>
          <p:cNvSpPr/>
          <p:nvPr/>
        </p:nvSpPr>
        <p:spPr>
          <a:xfrm>
            <a:off x="6566260" y="3531310"/>
            <a:ext cx="771421" cy="2509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prstClr val="black"/>
                </a:solidFill>
              </a:rPr>
              <a:t>Compute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prstClr val="black"/>
                </a:solidFill>
              </a:rPr>
              <a:t>Platform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Rectangle: Rounded Corners 14">
            <a:extLst>
              <a:ext uri="{FF2B5EF4-FFF2-40B4-BE49-F238E27FC236}">
                <a16:creationId xmlns:a16="http://schemas.microsoft.com/office/drawing/2014/main" id="{BF6DBE77-EB83-B61B-161C-7E9B373F999E}"/>
              </a:ext>
            </a:extLst>
          </p:cNvPr>
          <p:cNvSpPr/>
          <p:nvPr/>
        </p:nvSpPr>
        <p:spPr>
          <a:xfrm>
            <a:off x="6566260" y="3300484"/>
            <a:ext cx="771420" cy="81547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bIns="73152" rtlCol="0" anchor="b" anchorCtr="0"/>
          <a:lstStyle/>
          <a:p>
            <a:r>
              <a:rPr lang="en-US" sz="800" dirty="0">
                <a:solidFill>
                  <a:prstClr val="black"/>
                </a:solidFill>
              </a:rPr>
              <a:t>platform</a:t>
            </a:r>
          </a:p>
        </p:txBody>
      </p:sp>
      <p:sp>
        <p:nvSpPr>
          <p:cNvPr id="26" name="Arrow: Chevron 15">
            <a:extLst>
              <a:ext uri="{FF2B5EF4-FFF2-40B4-BE49-F238E27FC236}">
                <a16:creationId xmlns:a16="http://schemas.microsoft.com/office/drawing/2014/main" id="{32832360-4F6D-3199-3AA9-CB481BDBDB85}"/>
              </a:ext>
            </a:extLst>
          </p:cNvPr>
          <p:cNvSpPr/>
          <p:nvPr/>
        </p:nvSpPr>
        <p:spPr>
          <a:xfrm rot="5400000">
            <a:off x="6658474" y="3216110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0" name="Arrow: Chevron 15">
            <a:extLst>
              <a:ext uri="{FF2B5EF4-FFF2-40B4-BE49-F238E27FC236}">
                <a16:creationId xmlns:a16="http://schemas.microsoft.com/office/drawing/2014/main" id="{749304F4-5915-E2AB-1837-DF80F292EA6A}"/>
              </a:ext>
            </a:extLst>
          </p:cNvPr>
          <p:cNvSpPr/>
          <p:nvPr/>
        </p:nvSpPr>
        <p:spPr>
          <a:xfrm rot="5400000">
            <a:off x="6975466" y="3216110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651C85E-4DDF-EDEB-5ED1-1A883AD321D6}"/>
              </a:ext>
            </a:extLst>
          </p:cNvPr>
          <p:cNvGrpSpPr/>
          <p:nvPr/>
        </p:nvGrpSpPr>
        <p:grpSpPr>
          <a:xfrm>
            <a:off x="5732923" y="4489451"/>
            <a:ext cx="771421" cy="944853"/>
            <a:chOff x="5689577" y="3579964"/>
            <a:chExt cx="771421" cy="944853"/>
          </a:xfrm>
        </p:grpSpPr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DB68BB8-EC91-3F47-2655-10B385C4ABA5}"/>
                </a:ext>
              </a:extLst>
            </p:cNvPr>
            <p:cNvSpPr/>
            <p:nvPr/>
          </p:nvSpPr>
          <p:spPr>
            <a:xfrm>
              <a:off x="5689577" y="4032525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Subnet</a:t>
              </a:r>
            </a:p>
          </p:txBody>
        </p:sp>
        <p:sp>
          <p:nvSpPr>
            <p:cNvPr id="41" name="Rectangle: Rounded Corners 14">
              <a:extLst>
                <a:ext uri="{FF2B5EF4-FFF2-40B4-BE49-F238E27FC236}">
                  <a16:creationId xmlns:a16="http://schemas.microsoft.com/office/drawing/2014/main" id="{E1F67DB2-D883-4BF8-9B09-5E94E9F2E4AD}"/>
                </a:ext>
              </a:extLst>
            </p:cNvPr>
            <p:cNvSpPr/>
            <p:nvPr/>
          </p:nvSpPr>
          <p:spPr>
            <a:xfrm>
              <a:off x="5689577" y="3709338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network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2" name="Arrow: Chevron 15">
              <a:extLst>
                <a:ext uri="{FF2B5EF4-FFF2-40B4-BE49-F238E27FC236}">
                  <a16:creationId xmlns:a16="http://schemas.microsoft.com/office/drawing/2014/main" id="{9E4DA2B2-950B-4BBB-5D34-4147331C176E}"/>
                </a:ext>
              </a:extLst>
            </p:cNvPr>
            <p:cNvSpPr/>
            <p:nvPr/>
          </p:nvSpPr>
          <p:spPr>
            <a:xfrm rot="5400000">
              <a:off x="5781791" y="3624964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3" name="Arrow: Chevron 15">
              <a:extLst>
                <a:ext uri="{FF2B5EF4-FFF2-40B4-BE49-F238E27FC236}">
                  <a16:creationId xmlns:a16="http://schemas.microsoft.com/office/drawing/2014/main" id="{16FA98AF-5719-97CE-CAFB-415DAE06FAE4}"/>
                </a:ext>
              </a:extLst>
            </p:cNvPr>
            <p:cNvSpPr/>
            <p:nvPr/>
          </p:nvSpPr>
          <p:spPr>
            <a:xfrm rot="5400000">
              <a:off x="6098783" y="3624964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4" name="Flowchart: Off-page Connector 24">
            <a:extLst>
              <a:ext uri="{FF2B5EF4-FFF2-40B4-BE49-F238E27FC236}">
                <a16:creationId xmlns:a16="http://schemas.microsoft.com/office/drawing/2014/main" id="{1AB25E08-281F-C508-B6E6-AF0F053692BA}"/>
              </a:ext>
            </a:extLst>
          </p:cNvPr>
          <p:cNvSpPr/>
          <p:nvPr/>
        </p:nvSpPr>
        <p:spPr>
          <a:xfrm>
            <a:off x="5164234" y="4028417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Flowchart: Off-page Connector 24">
            <a:extLst>
              <a:ext uri="{FF2B5EF4-FFF2-40B4-BE49-F238E27FC236}">
                <a16:creationId xmlns:a16="http://schemas.microsoft.com/office/drawing/2014/main" id="{F56B2BCA-8C21-F3A0-C1CA-7BABC4AB56F8}"/>
              </a:ext>
            </a:extLst>
          </p:cNvPr>
          <p:cNvSpPr/>
          <p:nvPr/>
        </p:nvSpPr>
        <p:spPr>
          <a:xfrm>
            <a:off x="6861970" y="4028417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9" name="Straight Arrow Connector 45">
            <a:extLst>
              <a:ext uri="{FF2B5EF4-FFF2-40B4-BE49-F238E27FC236}">
                <a16:creationId xmlns:a16="http://schemas.microsoft.com/office/drawing/2014/main" id="{5E9452D7-32D1-FAD6-D64C-D46EA0586E25}"/>
              </a:ext>
            </a:extLst>
          </p:cNvPr>
          <p:cNvCxnSpPr>
            <a:cxnSpLocks/>
            <a:stCxn id="44" idx="2"/>
            <a:endCxn id="42" idx="1"/>
          </p:cNvCxnSpPr>
          <p:nvPr/>
        </p:nvCxnSpPr>
        <p:spPr>
          <a:xfrm>
            <a:off x="5254234" y="4298417"/>
            <a:ext cx="705903" cy="21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45">
            <a:extLst>
              <a:ext uri="{FF2B5EF4-FFF2-40B4-BE49-F238E27FC236}">
                <a16:creationId xmlns:a16="http://schemas.microsoft.com/office/drawing/2014/main" id="{A6BE1210-7E8F-2ED9-FD46-9C2C81348A51}"/>
              </a:ext>
            </a:extLst>
          </p:cNvPr>
          <p:cNvCxnSpPr>
            <a:cxnSpLocks/>
            <a:stCxn id="48" idx="2"/>
            <a:endCxn id="43" idx="1"/>
          </p:cNvCxnSpPr>
          <p:nvPr/>
        </p:nvCxnSpPr>
        <p:spPr>
          <a:xfrm flipH="1">
            <a:off x="6277129" y="4298417"/>
            <a:ext cx="674841" cy="21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sellaDiTesto 15">
            <a:extLst>
              <a:ext uri="{FF2B5EF4-FFF2-40B4-BE49-F238E27FC236}">
                <a16:creationId xmlns:a16="http://schemas.microsoft.com/office/drawing/2014/main" id="{B22D4208-B636-1D46-19B4-36A2B4427673}"/>
              </a:ext>
            </a:extLst>
          </p:cNvPr>
          <p:cNvSpPr txBox="1"/>
          <p:nvPr/>
        </p:nvSpPr>
        <p:spPr>
          <a:xfrm>
            <a:off x="5240382" y="4332640"/>
            <a:ext cx="44569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LinksTo</a:t>
            </a:r>
          </a:p>
        </p:txBody>
      </p:sp>
      <p:sp>
        <p:nvSpPr>
          <p:cNvPr id="60" name="CasellaDiTesto 15">
            <a:extLst>
              <a:ext uri="{FF2B5EF4-FFF2-40B4-BE49-F238E27FC236}">
                <a16:creationId xmlns:a16="http://schemas.microsoft.com/office/drawing/2014/main" id="{72BD6B0E-2344-4802-B84C-AA4F2B720ED1}"/>
              </a:ext>
            </a:extLst>
          </p:cNvPr>
          <p:cNvSpPr txBox="1"/>
          <p:nvPr/>
        </p:nvSpPr>
        <p:spPr>
          <a:xfrm>
            <a:off x="6284455" y="4318265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LinksTo</a:t>
            </a:r>
          </a:p>
        </p:txBody>
      </p:sp>
      <p:cxnSp>
        <p:nvCxnSpPr>
          <p:cNvPr id="7" name="Straight Arrow Connector 45">
            <a:extLst>
              <a:ext uri="{FF2B5EF4-FFF2-40B4-BE49-F238E27FC236}">
                <a16:creationId xmlns:a16="http://schemas.microsoft.com/office/drawing/2014/main" id="{B1816558-8D0F-2AD3-C813-74DBC713CBF6}"/>
              </a:ext>
            </a:extLst>
          </p:cNvPr>
          <p:cNvCxnSpPr>
            <a:cxnSpLocks/>
          </p:cNvCxnSpPr>
          <p:nvPr/>
        </p:nvCxnSpPr>
        <p:spPr>
          <a:xfrm flipH="1">
            <a:off x="5095738" y="2753539"/>
            <a:ext cx="144644" cy="436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87C8CC5-279F-316B-109D-A7B8CCC75EF5}"/>
              </a:ext>
            </a:extLst>
          </p:cNvPr>
          <p:cNvSpPr txBox="1"/>
          <p:nvPr/>
        </p:nvSpPr>
        <p:spPr>
          <a:xfrm>
            <a:off x="4738250" y="2859471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 err="1"/>
              <a:t>RunsOn</a:t>
            </a:r>
            <a:endParaRPr lang="it-IT" sz="900" dirty="0"/>
          </a:p>
        </p:txBody>
      </p:sp>
      <p:sp>
        <p:nvSpPr>
          <p:cNvPr id="3" name="Flowchart: Multidocument 1">
            <a:extLst>
              <a:ext uri="{FF2B5EF4-FFF2-40B4-BE49-F238E27FC236}">
                <a16:creationId xmlns:a16="http://schemas.microsoft.com/office/drawing/2014/main" id="{C59C120A-2F8D-30AA-08EE-A1F6DBC06A45}"/>
              </a:ext>
            </a:extLst>
          </p:cNvPr>
          <p:cNvSpPr/>
          <p:nvPr/>
        </p:nvSpPr>
        <p:spPr>
          <a:xfrm>
            <a:off x="2964398" y="1511298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Application Profile</a:t>
            </a:r>
          </a:p>
        </p:txBody>
      </p:sp>
      <p:sp>
        <p:nvSpPr>
          <p:cNvPr id="8" name="Flowchart: Multidocument 1">
            <a:extLst>
              <a:ext uri="{FF2B5EF4-FFF2-40B4-BE49-F238E27FC236}">
                <a16:creationId xmlns:a16="http://schemas.microsoft.com/office/drawing/2014/main" id="{265B9BB3-CFCC-4716-C63F-5D2E5FED7272}"/>
              </a:ext>
            </a:extLst>
          </p:cNvPr>
          <p:cNvSpPr/>
          <p:nvPr/>
        </p:nvSpPr>
        <p:spPr>
          <a:xfrm>
            <a:off x="2907570" y="3612617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Platform</a:t>
            </a:r>
            <a:b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sp>
        <p:nvSpPr>
          <p:cNvPr id="13" name="Flowchart: Multidocument 1">
            <a:extLst>
              <a:ext uri="{FF2B5EF4-FFF2-40B4-BE49-F238E27FC236}">
                <a16:creationId xmlns:a16="http://schemas.microsoft.com/office/drawing/2014/main" id="{9104A790-854F-8F1F-EBDF-55AF763BBFAC}"/>
              </a:ext>
            </a:extLst>
          </p:cNvPr>
          <p:cNvSpPr/>
          <p:nvPr/>
        </p:nvSpPr>
        <p:spPr>
          <a:xfrm>
            <a:off x="8263220" y="1753178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Data Profile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4F0386-51BF-6C6F-4CEB-67D0F7151515}"/>
              </a:ext>
            </a:extLst>
          </p:cNvPr>
          <p:cNvCxnSpPr>
            <a:cxnSpLocks/>
          </p:cNvCxnSpPr>
          <p:nvPr/>
        </p:nvCxnSpPr>
        <p:spPr>
          <a:xfrm flipH="1">
            <a:off x="7612086" y="4980582"/>
            <a:ext cx="653665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Multidocument 1">
            <a:extLst>
              <a:ext uri="{FF2B5EF4-FFF2-40B4-BE49-F238E27FC236}">
                <a16:creationId xmlns:a16="http://schemas.microsoft.com/office/drawing/2014/main" id="{DF6FF821-1284-23B4-6E52-AF70D8F63B40}"/>
              </a:ext>
            </a:extLst>
          </p:cNvPr>
          <p:cNvSpPr/>
          <p:nvPr/>
        </p:nvSpPr>
        <p:spPr>
          <a:xfrm>
            <a:off x="8273074" y="4720253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Network Profile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666B26-5C43-9F79-BFDE-18C1D6A3E523}"/>
              </a:ext>
            </a:extLst>
          </p:cNvPr>
          <p:cNvSpPr txBox="1"/>
          <p:nvPr/>
        </p:nvSpPr>
        <p:spPr>
          <a:xfrm>
            <a:off x="7696467" y="2045391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imports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1C71BE-5580-5D4F-2CF8-6678B4E4D988}"/>
              </a:ext>
            </a:extLst>
          </p:cNvPr>
          <p:cNvCxnSpPr>
            <a:cxnSpLocks/>
          </p:cNvCxnSpPr>
          <p:nvPr/>
        </p:nvCxnSpPr>
        <p:spPr>
          <a:xfrm flipH="1">
            <a:off x="7619409" y="2218584"/>
            <a:ext cx="653665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284CDC-53EC-0860-FBD3-62D9C32C98B7}"/>
              </a:ext>
            </a:extLst>
          </p:cNvPr>
          <p:cNvSpPr txBox="1"/>
          <p:nvPr/>
        </p:nvSpPr>
        <p:spPr>
          <a:xfrm>
            <a:off x="7696467" y="4803513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imports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6095F9-429F-96CA-CD28-91E6D424E020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3985608" y="1854198"/>
            <a:ext cx="601632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F0D120-9336-AA2B-3F18-1223745AC270}"/>
              </a:ext>
            </a:extLst>
          </p:cNvPr>
          <p:cNvSpPr txBox="1"/>
          <p:nvPr/>
        </p:nvSpPr>
        <p:spPr>
          <a:xfrm>
            <a:off x="3999993" y="1683928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imports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4190EA-52C9-4AFD-4C29-4B9C2918C6C1}"/>
              </a:ext>
            </a:extLst>
          </p:cNvPr>
          <p:cNvCxnSpPr>
            <a:cxnSpLocks/>
          </p:cNvCxnSpPr>
          <p:nvPr/>
        </p:nvCxnSpPr>
        <p:spPr>
          <a:xfrm flipH="1">
            <a:off x="3928780" y="3804958"/>
            <a:ext cx="65846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CA730D0-EA71-7B50-1277-EF3E89851CD6}"/>
              </a:ext>
            </a:extLst>
          </p:cNvPr>
          <p:cNvSpPr txBox="1"/>
          <p:nvPr/>
        </p:nvSpPr>
        <p:spPr>
          <a:xfrm>
            <a:off x="3961733" y="3634687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imports</a:t>
            </a:r>
          </a:p>
        </p:txBody>
      </p:sp>
    </p:spTree>
    <p:extLst>
      <p:ext uri="{BB962C8B-B14F-4D97-AF65-F5344CB8AC3E}">
        <p14:creationId xmlns:p14="http://schemas.microsoft.com/office/powerpoint/2010/main" val="226506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EC49-5347-9AA9-556E-CD96F87A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54">
            <a:extLst>
              <a:ext uri="{FF2B5EF4-FFF2-40B4-BE49-F238E27FC236}">
                <a16:creationId xmlns:a16="http://schemas.microsoft.com/office/drawing/2014/main" id="{DEF71628-5049-BDA2-E5D9-9703FB3408F9}"/>
              </a:ext>
            </a:extLst>
          </p:cNvPr>
          <p:cNvSpPr/>
          <p:nvPr/>
        </p:nvSpPr>
        <p:spPr>
          <a:xfrm>
            <a:off x="4559424" y="1760643"/>
            <a:ext cx="3017520" cy="4575501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100" dirty="0">
                <a:solidFill>
                  <a:schemeClr val="tx1"/>
                </a:solidFill>
              </a:rPr>
              <a:t>Service Template</a:t>
            </a: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418DBB63-21E9-CABB-BDDE-72AA494C8DA2}"/>
              </a:ext>
            </a:extLst>
          </p:cNvPr>
          <p:cNvSpPr/>
          <p:nvPr/>
        </p:nvSpPr>
        <p:spPr>
          <a:xfrm>
            <a:off x="4840709" y="2413214"/>
            <a:ext cx="771421" cy="2799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Application</a:t>
            </a:r>
          </a:p>
        </p:txBody>
      </p:sp>
      <p:sp>
        <p:nvSpPr>
          <p:cNvPr id="10" name="Rectangle: Rounded Corners 23">
            <a:extLst>
              <a:ext uri="{FF2B5EF4-FFF2-40B4-BE49-F238E27FC236}">
                <a16:creationId xmlns:a16="http://schemas.microsoft.com/office/drawing/2014/main" id="{F34336D5-4517-BFF9-F903-7B2248FA1C74}"/>
              </a:ext>
            </a:extLst>
          </p:cNvPr>
          <p:cNvSpPr/>
          <p:nvPr/>
        </p:nvSpPr>
        <p:spPr>
          <a:xfrm>
            <a:off x="4840709" y="2173408"/>
            <a:ext cx="771420" cy="81547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application</a:t>
            </a:r>
          </a:p>
        </p:txBody>
      </p:sp>
      <p:sp>
        <p:nvSpPr>
          <p:cNvPr id="11" name="Flowchart: Off-page Connector 24">
            <a:extLst>
              <a:ext uri="{FF2B5EF4-FFF2-40B4-BE49-F238E27FC236}">
                <a16:creationId xmlns:a16="http://schemas.microsoft.com/office/drawing/2014/main" id="{E1213925-E079-6383-3620-30B52CC0EF0E}"/>
              </a:ext>
            </a:extLst>
          </p:cNvPr>
          <p:cNvSpPr/>
          <p:nvPr/>
        </p:nvSpPr>
        <p:spPr>
          <a:xfrm>
            <a:off x="5122566" y="2867588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3" name="Straight Arrow Connector 45">
            <a:extLst>
              <a:ext uri="{FF2B5EF4-FFF2-40B4-BE49-F238E27FC236}">
                <a16:creationId xmlns:a16="http://schemas.microsoft.com/office/drawing/2014/main" id="{03B9BD71-4145-61B2-9C71-E4E7A9C9BB9E}"/>
              </a:ext>
            </a:extLst>
          </p:cNvPr>
          <p:cNvCxnSpPr>
            <a:cxnSpLocks/>
            <a:stCxn id="11" idx="2"/>
            <a:endCxn id="6" idx="1"/>
          </p:cNvCxnSpPr>
          <p:nvPr/>
        </p:nvCxnSpPr>
        <p:spPr>
          <a:xfrm flipH="1">
            <a:off x="5067922" y="3137588"/>
            <a:ext cx="144644" cy="436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8F3AD40-3A35-29F2-65AE-B9A0F1BD76B3}"/>
              </a:ext>
            </a:extLst>
          </p:cNvPr>
          <p:cNvSpPr txBox="1"/>
          <p:nvPr/>
        </p:nvSpPr>
        <p:spPr>
          <a:xfrm>
            <a:off x="4710434" y="3243520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 err="1"/>
              <a:t>RunsOn</a:t>
            </a:r>
            <a:endParaRPr lang="it-IT" sz="900" dirty="0"/>
          </a:p>
        </p:txBody>
      </p:sp>
      <p:sp>
        <p:nvSpPr>
          <p:cNvPr id="17" name="Rectangle: Rounded Corners 63">
            <a:extLst>
              <a:ext uri="{FF2B5EF4-FFF2-40B4-BE49-F238E27FC236}">
                <a16:creationId xmlns:a16="http://schemas.microsoft.com/office/drawing/2014/main" id="{8F1D8FDA-8817-7E8F-A088-BD0E97EE90E5}"/>
              </a:ext>
            </a:extLst>
          </p:cNvPr>
          <p:cNvSpPr/>
          <p:nvPr/>
        </p:nvSpPr>
        <p:spPr>
          <a:xfrm>
            <a:off x="3576663" y="424687"/>
            <a:ext cx="1545903" cy="108373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Substituting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Service Template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(Application)</a:t>
            </a:r>
          </a:p>
        </p:txBody>
      </p:sp>
      <p:cxnSp>
        <p:nvCxnSpPr>
          <p:cNvPr id="18" name="Straight Arrow Connector 134">
            <a:extLst>
              <a:ext uri="{FF2B5EF4-FFF2-40B4-BE49-F238E27FC236}">
                <a16:creationId xmlns:a16="http://schemas.microsoft.com/office/drawing/2014/main" id="{5ADCD18D-9E05-559E-8798-F4DD3D824BE6}"/>
              </a:ext>
            </a:extLst>
          </p:cNvPr>
          <p:cNvCxnSpPr>
            <a:cxnSpLocks/>
            <a:stCxn id="10" idx="0"/>
            <a:endCxn id="17" idx="2"/>
          </p:cNvCxnSpPr>
          <p:nvPr/>
        </p:nvCxnSpPr>
        <p:spPr>
          <a:xfrm flipH="1" flipV="1">
            <a:off x="4349615" y="1508422"/>
            <a:ext cx="876804" cy="664986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35">
            <a:extLst>
              <a:ext uri="{FF2B5EF4-FFF2-40B4-BE49-F238E27FC236}">
                <a16:creationId xmlns:a16="http://schemas.microsoft.com/office/drawing/2014/main" id="{9BBA8697-E1A7-6079-7B6D-A95FE29A8113}"/>
              </a:ext>
            </a:extLst>
          </p:cNvPr>
          <p:cNvSpPr txBox="1"/>
          <p:nvPr/>
        </p:nvSpPr>
        <p:spPr>
          <a:xfrm>
            <a:off x="3924884" y="1641541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sp>
        <p:nvSpPr>
          <p:cNvPr id="23" name="Rectangle: Rounded Corners 63">
            <a:extLst>
              <a:ext uri="{FF2B5EF4-FFF2-40B4-BE49-F238E27FC236}">
                <a16:creationId xmlns:a16="http://schemas.microsoft.com/office/drawing/2014/main" id="{4002801D-BFF7-C1FB-2534-28C597D28530}"/>
              </a:ext>
            </a:extLst>
          </p:cNvPr>
          <p:cNvSpPr/>
          <p:nvPr/>
        </p:nvSpPr>
        <p:spPr>
          <a:xfrm>
            <a:off x="2761143" y="4771901"/>
            <a:ext cx="1545903" cy="108373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Substituting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Service Template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(Platform)</a:t>
            </a:r>
          </a:p>
        </p:txBody>
      </p:sp>
      <p:cxnSp>
        <p:nvCxnSpPr>
          <p:cNvPr id="24" name="Straight Arrow Connector 134">
            <a:extLst>
              <a:ext uri="{FF2B5EF4-FFF2-40B4-BE49-F238E27FC236}">
                <a16:creationId xmlns:a16="http://schemas.microsoft.com/office/drawing/2014/main" id="{71074922-9B0C-E947-C5D1-D54D54ABD220}"/>
              </a:ext>
            </a:extLst>
          </p:cNvPr>
          <p:cNvCxnSpPr>
            <a:cxnSpLocks/>
            <a:stCxn id="5" idx="1"/>
            <a:endCxn id="23" idx="0"/>
          </p:cNvCxnSpPr>
          <p:nvPr/>
        </p:nvCxnSpPr>
        <p:spPr>
          <a:xfrm flipH="1">
            <a:off x="3534095" y="4086312"/>
            <a:ext cx="1306613" cy="685589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35">
            <a:extLst>
              <a:ext uri="{FF2B5EF4-FFF2-40B4-BE49-F238E27FC236}">
                <a16:creationId xmlns:a16="http://schemas.microsoft.com/office/drawing/2014/main" id="{7D58991A-C1C5-666C-BF2B-CB4888FEFF63}"/>
              </a:ext>
            </a:extLst>
          </p:cNvPr>
          <p:cNvSpPr txBox="1"/>
          <p:nvPr/>
        </p:nvSpPr>
        <p:spPr>
          <a:xfrm>
            <a:off x="3843750" y="4359857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38DE2E4A-2810-ACE5-4FE9-892283D74D36}"/>
              </a:ext>
            </a:extLst>
          </p:cNvPr>
          <p:cNvSpPr/>
          <p:nvPr/>
        </p:nvSpPr>
        <p:spPr>
          <a:xfrm>
            <a:off x="6538445" y="2419310"/>
            <a:ext cx="771421" cy="2799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: Rounded Corners 23">
            <a:extLst>
              <a:ext uri="{FF2B5EF4-FFF2-40B4-BE49-F238E27FC236}">
                <a16:creationId xmlns:a16="http://schemas.microsoft.com/office/drawing/2014/main" id="{114D6F49-751F-E8EE-570B-08CF4AA8697D}"/>
              </a:ext>
            </a:extLst>
          </p:cNvPr>
          <p:cNvSpPr/>
          <p:nvPr/>
        </p:nvSpPr>
        <p:spPr>
          <a:xfrm>
            <a:off x="6538445" y="2179504"/>
            <a:ext cx="771420" cy="81547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</a:t>
            </a:r>
          </a:p>
        </p:txBody>
      </p:sp>
      <p:sp>
        <p:nvSpPr>
          <p:cNvPr id="20" name="Flowchart: Off-page Connector 24">
            <a:extLst>
              <a:ext uri="{FF2B5EF4-FFF2-40B4-BE49-F238E27FC236}">
                <a16:creationId xmlns:a16="http://schemas.microsoft.com/office/drawing/2014/main" id="{D9C11C47-CF96-60DB-5A52-0C8F9897D32C}"/>
              </a:ext>
            </a:extLst>
          </p:cNvPr>
          <p:cNvSpPr/>
          <p:nvPr/>
        </p:nvSpPr>
        <p:spPr>
          <a:xfrm>
            <a:off x="6820302" y="2873684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61FB2EF-04D1-CBEF-84E6-92252088FC92}"/>
              </a:ext>
            </a:extLst>
          </p:cNvPr>
          <p:cNvSpPr/>
          <p:nvPr/>
        </p:nvSpPr>
        <p:spPr>
          <a:xfrm>
            <a:off x="4840708" y="3909398"/>
            <a:ext cx="771421" cy="2509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Platform</a:t>
            </a:r>
          </a:p>
        </p:txBody>
      </p:sp>
      <p:sp>
        <p:nvSpPr>
          <p:cNvPr id="5" name="Rectangle: Rounded Corners 14">
            <a:extLst>
              <a:ext uri="{FF2B5EF4-FFF2-40B4-BE49-F238E27FC236}">
                <a16:creationId xmlns:a16="http://schemas.microsoft.com/office/drawing/2014/main" id="{AEC89EE1-0DB9-BB32-AA14-AE05E75821EF}"/>
              </a:ext>
            </a:extLst>
          </p:cNvPr>
          <p:cNvSpPr/>
          <p:nvPr/>
        </p:nvSpPr>
        <p:spPr>
          <a:xfrm>
            <a:off x="4840708" y="3678572"/>
            <a:ext cx="771420" cy="81547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bIns="73152" rtlCol="0" anchor="b" anchorCtr="0"/>
          <a:lstStyle/>
          <a:p>
            <a:pPr lvl="0">
              <a:defRPr/>
            </a:pPr>
            <a:r>
              <a:rPr lang="en-US" sz="800" dirty="0">
                <a:solidFill>
                  <a:prstClr val="black"/>
                </a:solidFill>
              </a:rPr>
              <a:t>platform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rrow: Chevron 15">
            <a:extLst>
              <a:ext uri="{FF2B5EF4-FFF2-40B4-BE49-F238E27FC236}">
                <a16:creationId xmlns:a16="http://schemas.microsoft.com/office/drawing/2014/main" id="{5D0DA601-C7DC-B76F-133C-DA4478376664}"/>
              </a:ext>
            </a:extLst>
          </p:cNvPr>
          <p:cNvSpPr/>
          <p:nvPr/>
        </p:nvSpPr>
        <p:spPr>
          <a:xfrm rot="5400000">
            <a:off x="4932922" y="3594198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Arrow: Chevron 15">
            <a:extLst>
              <a:ext uri="{FF2B5EF4-FFF2-40B4-BE49-F238E27FC236}">
                <a16:creationId xmlns:a16="http://schemas.microsoft.com/office/drawing/2014/main" id="{52F1839F-A31B-0E29-282F-55606B711867}"/>
              </a:ext>
            </a:extLst>
          </p:cNvPr>
          <p:cNvSpPr/>
          <p:nvPr/>
        </p:nvSpPr>
        <p:spPr>
          <a:xfrm rot="5400000">
            <a:off x="5249914" y="3594198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28" name="Straight Arrow Connector 45">
            <a:extLst>
              <a:ext uri="{FF2B5EF4-FFF2-40B4-BE49-F238E27FC236}">
                <a16:creationId xmlns:a16="http://schemas.microsoft.com/office/drawing/2014/main" id="{FA17832D-3B77-D8C0-0D83-C94E587B81F1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910302" y="3143684"/>
            <a:ext cx="172348" cy="4366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603A465-6D85-033D-30A7-8657E875303B}"/>
              </a:ext>
            </a:extLst>
          </p:cNvPr>
          <p:cNvSpPr txBox="1"/>
          <p:nvPr/>
        </p:nvSpPr>
        <p:spPr>
          <a:xfrm>
            <a:off x="6528046" y="3262832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it-IT" dirty="0"/>
              <a:t>AvailableOn</a:t>
            </a:r>
          </a:p>
        </p:txBody>
      </p:sp>
      <p:sp>
        <p:nvSpPr>
          <p:cNvPr id="34" name="Flowchart: Off-page Connector 24">
            <a:extLst>
              <a:ext uri="{FF2B5EF4-FFF2-40B4-BE49-F238E27FC236}">
                <a16:creationId xmlns:a16="http://schemas.microsoft.com/office/drawing/2014/main" id="{BB02F2B3-5611-F3C5-C080-0629917C758D}"/>
              </a:ext>
            </a:extLst>
          </p:cNvPr>
          <p:cNvSpPr/>
          <p:nvPr/>
        </p:nvSpPr>
        <p:spPr>
          <a:xfrm>
            <a:off x="5555485" y="2413977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Arrow: Chevron 15">
            <a:extLst>
              <a:ext uri="{FF2B5EF4-FFF2-40B4-BE49-F238E27FC236}">
                <a16:creationId xmlns:a16="http://schemas.microsoft.com/office/drawing/2014/main" id="{6314DDD9-BF53-9AE5-3FB3-ECACA2C803BE}"/>
              </a:ext>
            </a:extLst>
          </p:cNvPr>
          <p:cNvSpPr/>
          <p:nvPr/>
        </p:nvSpPr>
        <p:spPr>
          <a:xfrm rot="5400000">
            <a:off x="6401738" y="246763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37" name="Straight Arrow Connector 45">
            <a:extLst>
              <a:ext uri="{FF2B5EF4-FFF2-40B4-BE49-F238E27FC236}">
                <a16:creationId xmlns:a16="http://schemas.microsoft.com/office/drawing/2014/main" id="{E5BFFA8F-7EC9-F7DA-841F-1F36909B9A1D}"/>
              </a:ext>
            </a:extLst>
          </p:cNvPr>
          <p:cNvCxnSpPr>
            <a:cxnSpLocks/>
            <a:stCxn id="34" idx="3"/>
            <a:endCxn id="36" idx="2"/>
          </p:cNvCxnSpPr>
          <p:nvPr/>
        </p:nvCxnSpPr>
        <p:spPr>
          <a:xfrm flipV="1">
            <a:off x="5735485" y="2545039"/>
            <a:ext cx="711253" cy="39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FECE17C-B432-16F6-3F1D-FE99849260FD}"/>
              </a:ext>
            </a:extLst>
          </p:cNvPr>
          <p:cNvSpPr txBox="1"/>
          <p:nvPr/>
        </p:nvSpPr>
        <p:spPr>
          <a:xfrm>
            <a:off x="5618267" y="2316108"/>
            <a:ext cx="8959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 err="1"/>
              <a:t>Processes</a:t>
            </a:r>
            <a:endParaRPr lang="it-IT" sz="900" dirty="0"/>
          </a:p>
        </p:txBody>
      </p:sp>
      <p:sp>
        <p:nvSpPr>
          <p:cNvPr id="45" name="Rectangle: Rounded Corners 63">
            <a:extLst>
              <a:ext uri="{FF2B5EF4-FFF2-40B4-BE49-F238E27FC236}">
                <a16:creationId xmlns:a16="http://schemas.microsoft.com/office/drawing/2014/main" id="{C78AC00A-DB3A-8E02-6F89-8A4AE5B634EA}"/>
              </a:ext>
            </a:extLst>
          </p:cNvPr>
          <p:cNvSpPr/>
          <p:nvPr/>
        </p:nvSpPr>
        <p:spPr>
          <a:xfrm>
            <a:off x="7165531" y="424687"/>
            <a:ext cx="1545903" cy="108373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Substituting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Service Template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(Data)</a:t>
            </a:r>
          </a:p>
        </p:txBody>
      </p:sp>
      <p:cxnSp>
        <p:nvCxnSpPr>
          <p:cNvPr id="46" name="Straight Arrow Connector 134">
            <a:extLst>
              <a:ext uri="{FF2B5EF4-FFF2-40B4-BE49-F238E27FC236}">
                <a16:creationId xmlns:a16="http://schemas.microsoft.com/office/drawing/2014/main" id="{479AD7EE-8F73-D4C2-C81E-9787B2F28C6A}"/>
              </a:ext>
            </a:extLst>
          </p:cNvPr>
          <p:cNvCxnSpPr>
            <a:cxnSpLocks/>
            <a:stCxn id="14" idx="0"/>
            <a:endCxn id="45" idx="2"/>
          </p:cNvCxnSpPr>
          <p:nvPr/>
        </p:nvCxnSpPr>
        <p:spPr>
          <a:xfrm flipV="1">
            <a:off x="6924155" y="1508422"/>
            <a:ext cx="1014328" cy="671082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135">
            <a:extLst>
              <a:ext uri="{FF2B5EF4-FFF2-40B4-BE49-F238E27FC236}">
                <a16:creationId xmlns:a16="http://schemas.microsoft.com/office/drawing/2014/main" id="{AA06CFF1-8DDE-9A69-008B-9BB2FC3275AE}"/>
              </a:ext>
            </a:extLst>
          </p:cNvPr>
          <p:cNvSpPr txBox="1"/>
          <p:nvPr/>
        </p:nvSpPr>
        <p:spPr>
          <a:xfrm>
            <a:off x="7696519" y="1719295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sp>
        <p:nvSpPr>
          <p:cNvPr id="50" name="Flowchart: Multidocument 1">
            <a:extLst>
              <a:ext uri="{FF2B5EF4-FFF2-40B4-BE49-F238E27FC236}">
                <a16:creationId xmlns:a16="http://schemas.microsoft.com/office/drawing/2014/main" id="{00D716A5-3EA9-2897-182A-F5CF123F507D}"/>
              </a:ext>
            </a:extLst>
          </p:cNvPr>
          <p:cNvSpPr/>
          <p:nvPr/>
        </p:nvSpPr>
        <p:spPr>
          <a:xfrm>
            <a:off x="2821407" y="1578702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Application Profile</a:t>
            </a:r>
          </a:p>
        </p:txBody>
      </p:sp>
      <p:sp>
        <p:nvSpPr>
          <p:cNvPr id="51" name="Flowchart: Multidocument 1">
            <a:extLst>
              <a:ext uri="{FF2B5EF4-FFF2-40B4-BE49-F238E27FC236}">
                <a16:creationId xmlns:a16="http://schemas.microsoft.com/office/drawing/2014/main" id="{2723B9EE-4E0F-83AF-0AB4-19FB4D59A63B}"/>
              </a:ext>
            </a:extLst>
          </p:cNvPr>
          <p:cNvSpPr/>
          <p:nvPr/>
        </p:nvSpPr>
        <p:spPr>
          <a:xfrm>
            <a:off x="2195893" y="4081166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Platform</a:t>
            </a:r>
            <a:b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sp>
        <p:nvSpPr>
          <p:cNvPr id="52" name="Flowchart: Multidocument 1">
            <a:extLst>
              <a:ext uri="{FF2B5EF4-FFF2-40B4-BE49-F238E27FC236}">
                <a16:creationId xmlns:a16="http://schemas.microsoft.com/office/drawing/2014/main" id="{7C0A90B7-6C8E-B055-BBC6-642D8841911B}"/>
              </a:ext>
            </a:extLst>
          </p:cNvPr>
          <p:cNvSpPr/>
          <p:nvPr/>
        </p:nvSpPr>
        <p:spPr>
          <a:xfrm>
            <a:off x="3383662" y="2717800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Common Profile</a:t>
            </a:r>
          </a:p>
        </p:txBody>
      </p:sp>
      <p:sp>
        <p:nvSpPr>
          <p:cNvPr id="53" name="Flowchart: Multidocument 1">
            <a:extLst>
              <a:ext uri="{FF2B5EF4-FFF2-40B4-BE49-F238E27FC236}">
                <a16:creationId xmlns:a16="http://schemas.microsoft.com/office/drawing/2014/main" id="{ACC5DA49-CD56-D8FF-E090-3FED2322FBDF}"/>
              </a:ext>
            </a:extLst>
          </p:cNvPr>
          <p:cNvSpPr/>
          <p:nvPr/>
        </p:nvSpPr>
        <p:spPr>
          <a:xfrm>
            <a:off x="8349384" y="1578702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Data Profile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432AEFCF-202E-1BBF-5696-6F63303027D4}"/>
              </a:ext>
            </a:extLst>
          </p:cNvPr>
          <p:cNvSpPr/>
          <p:nvPr/>
        </p:nvSpPr>
        <p:spPr>
          <a:xfrm>
            <a:off x="6538444" y="3915359"/>
            <a:ext cx="771421" cy="2509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Platform</a:t>
            </a:r>
          </a:p>
        </p:txBody>
      </p:sp>
      <p:sp>
        <p:nvSpPr>
          <p:cNvPr id="25" name="Rectangle: Rounded Corners 14">
            <a:extLst>
              <a:ext uri="{FF2B5EF4-FFF2-40B4-BE49-F238E27FC236}">
                <a16:creationId xmlns:a16="http://schemas.microsoft.com/office/drawing/2014/main" id="{CA7BB718-0A42-E647-1DE3-1BE96B5890FD}"/>
              </a:ext>
            </a:extLst>
          </p:cNvPr>
          <p:cNvSpPr/>
          <p:nvPr/>
        </p:nvSpPr>
        <p:spPr>
          <a:xfrm>
            <a:off x="6538444" y="3684533"/>
            <a:ext cx="771420" cy="81547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bIns="73152" rtlCol="0" anchor="b" anchorCtr="0"/>
          <a:lstStyle/>
          <a:p>
            <a:r>
              <a:rPr lang="en-US" sz="800" dirty="0">
                <a:solidFill>
                  <a:prstClr val="black"/>
                </a:solidFill>
              </a:rPr>
              <a:t>platform</a:t>
            </a:r>
          </a:p>
        </p:txBody>
      </p:sp>
      <p:sp>
        <p:nvSpPr>
          <p:cNvPr id="26" name="Arrow: Chevron 15">
            <a:extLst>
              <a:ext uri="{FF2B5EF4-FFF2-40B4-BE49-F238E27FC236}">
                <a16:creationId xmlns:a16="http://schemas.microsoft.com/office/drawing/2014/main" id="{BCEE1D49-457A-A15D-6AD7-555115AC47C8}"/>
              </a:ext>
            </a:extLst>
          </p:cNvPr>
          <p:cNvSpPr/>
          <p:nvPr/>
        </p:nvSpPr>
        <p:spPr>
          <a:xfrm rot="5400000">
            <a:off x="6630658" y="360015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0" name="Arrow: Chevron 15">
            <a:extLst>
              <a:ext uri="{FF2B5EF4-FFF2-40B4-BE49-F238E27FC236}">
                <a16:creationId xmlns:a16="http://schemas.microsoft.com/office/drawing/2014/main" id="{0E176ACC-2C8A-250B-EEF6-A44E8A202EAC}"/>
              </a:ext>
            </a:extLst>
          </p:cNvPr>
          <p:cNvSpPr/>
          <p:nvPr/>
        </p:nvSpPr>
        <p:spPr>
          <a:xfrm rot="5400000">
            <a:off x="6947650" y="360015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8FEA937-A154-4EC5-FDF9-EBD6A478F047}"/>
              </a:ext>
            </a:extLst>
          </p:cNvPr>
          <p:cNvGrpSpPr/>
          <p:nvPr/>
        </p:nvGrpSpPr>
        <p:grpSpPr>
          <a:xfrm>
            <a:off x="5705107" y="4873500"/>
            <a:ext cx="771421" cy="944853"/>
            <a:chOff x="5689577" y="3579964"/>
            <a:chExt cx="771421" cy="944853"/>
          </a:xfrm>
        </p:grpSpPr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CBA6BD34-7409-ABCC-8429-4400542A1099}"/>
                </a:ext>
              </a:extLst>
            </p:cNvPr>
            <p:cNvSpPr/>
            <p:nvPr/>
          </p:nvSpPr>
          <p:spPr>
            <a:xfrm>
              <a:off x="5689577" y="4032525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Network</a:t>
              </a:r>
            </a:p>
          </p:txBody>
        </p:sp>
        <p:sp>
          <p:nvSpPr>
            <p:cNvPr id="41" name="Rectangle: Rounded Corners 14">
              <a:extLst>
                <a:ext uri="{FF2B5EF4-FFF2-40B4-BE49-F238E27FC236}">
                  <a16:creationId xmlns:a16="http://schemas.microsoft.com/office/drawing/2014/main" id="{F40F421E-A583-B27D-DC4D-FC31D927FE07}"/>
                </a:ext>
              </a:extLst>
            </p:cNvPr>
            <p:cNvSpPr/>
            <p:nvPr/>
          </p:nvSpPr>
          <p:spPr>
            <a:xfrm>
              <a:off x="5689577" y="3709338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network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2" name="Arrow: Chevron 15">
              <a:extLst>
                <a:ext uri="{FF2B5EF4-FFF2-40B4-BE49-F238E27FC236}">
                  <a16:creationId xmlns:a16="http://schemas.microsoft.com/office/drawing/2014/main" id="{D71D04E4-0AEB-AA00-4C90-593A99699BB5}"/>
                </a:ext>
              </a:extLst>
            </p:cNvPr>
            <p:cNvSpPr/>
            <p:nvPr/>
          </p:nvSpPr>
          <p:spPr>
            <a:xfrm rot="5400000">
              <a:off x="5781791" y="3624964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3" name="Arrow: Chevron 15">
              <a:extLst>
                <a:ext uri="{FF2B5EF4-FFF2-40B4-BE49-F238E27FC236}">
                  <a16:creationId xmlns:a16="http://schemas.microsoft.com/office/drawing/2014/main" id="{C7AC128C-691C-C750-6978-DB32C3D56D18}"/>
                </a:ext>
              </a:extLst>
            </p:cNvPr>
            <p:cNvSpPr/>
            <p:nvPr/>
          </p:nvSpPr>
          <p:spPr>
            <a:xfrm rot="5400000">
              <a:off x="6098783" y="3624964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4" name="Flowchart: Off-page Connector 24">
            <a:extLst>
              <a:ext uri="{FF2B5EF4-FFF2-40B4-BE49-F238E27FC236}">
                <a16:creationId xmlns:a16="http://schemas.microsoft.com/office/drawing/2014/main" id="{81D513DE-8560-9B8C-C5E2-F4E4A5C433DD}"/>
              </a:ext>
            </a:extLst>
          </p:cNvPr>
          <p:cNvSpPr/>
          <p:nvPr/>
        </p:nvSpPr>
        <p:spPr>
          <a:xfrm>
            <a:off x="5136418" y="4412466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Flowchart: Off-page Connector 24">
            <a:extLst>
              <a:ext uri="{FF2B5EF4-FFF2-40B4-BE49-F238E27FC236}">
                <a16:creationId xmlns:a16="http://schemas.microsoft.com/office/drawing/2014/main" id="{867FF9A4-53B5-133C-FC6F-2E7105101230}"/>
              </a:ext>
            </a:extLst>
          </p:cNvPr>
          <p:cNvSpPr/>
          <p:nvPr/>
        </p:nvSpPr>
        <p:spPr>
          <a:xfrm>
            <a:off x="6834154" y="4412466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9" name="Straight Arrow Connector 45">
            <a:extLst>
              <a:ext uri="{FF2B5EF4-FFF2-40B4-BE49-F238E27FC236}">
                <a16:creationId xmlns:a16="http://schemas.microsoft.com/office/drawing/2014/main" id="{9D7720F5-DC46-443B-B451-10BBA6B11BC0}"/>
              </a:ext>
            </a:extLst>
          </p:cNvPr>
          <p:cNvCxnSpPr>
            <a:cxnSpLocks/>
            <a:stCxn id="44" idx="2"/>
            <a:endCxn id="42" idx="1"/>
          </p:cNvCxnSpPr>
          <p:nvPr/>
        </p:nvCxnSpPr>
        <p:spPr>
          <a:xfrm>
            <a:off x="5226418" y="4682466"/>
            <a:ext cx="705903" cy="21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45">
            <a:extLst>
              <a:ext uri="{FF2B5EF4-FFF2-40B4-BE49-F238E27FC236}">
                <a16:creationId xmlns:a16="http://schemas.microsoft.com/office/drawing/2014/main" id="{1410699C-33F1-2C21-2ABA-F0DC56207468}"/>
              </a:ext>
            </a:extLst>
          </p:cNvPr>
          <p:cNvCxnSpPr>
            <a:cxnSpLocks/>
            <a:stCxn id="48" idx="2"/>
            <a:endCxn id="43" idx="1"/>
          </p:cNvCxnSpPr>
          <p:nvPr/>
        </p:nvCxnSpPr>
        <p:spPr>
          <a:xfrm flipH="1">
            <a:off x="6249313" y="4682466"/>
            <a:ext cx="674841" cy="21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sellaDiTesto 15">
            <a:extLst>
              <a:ext uri="{FF2B5EF4-FFF2-40B4-BE49-F238E27FC236}">
                <a16:creationId xmlns:a16="http://schemas.microsoft.com/office/drawing/2014/main" id="{157490BF-8174-5AE5-4C91-32B685F3A96A}"/>
              </a:ext>
            </a:extLst>
          </p:cNvPr>
          <p:cNvSpPr txBox="1"/>
          <p:nvPr/>
        </p:nvSpPr>
        <p:spPr>
          <a:xfrm>
            <a:off x="5041886" y="4706846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LinksTo</a:t>
            </a:r>
          </a:p>
        </p:txBody>
      </p:sp>
      <p:sp>
        <p:nvSpPr>
          <p:cNvPr id="60" name="CasellaDiTesto 15">
            <a:extLst>
              <a:ext uri="{FF2B5EF4-FFF2-40B4-BE49-F238E27FC236}">
                <a16:creationId xmlns:a16="http://schemas.microsoft.com/office/drawing/2014/main" id="{8BF5D854-10F5-3449-9E1A-96C1FDF4C52F}"/>
              </a:ext>
            </a:extLst>
          </p:cNvPr>
          <p:cNvSpPr txBox="1"/>
          <p:nvPr/>
        </p:nvSpPr>
        <p:spPr>
          <a:xfrm>
            <a:off x="6256639" y="4702314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LinksTo</a:t>
            </a:r>
          </a:p>
        </p:txBody>
      </p:sp>
      <p:sp>
        <p:nvSpPr>
          <p:cNvPr id="61" name="Rectangle: Rounded Corners 63">
            <a:extLst>
              <a:ext uri="{FF2B5EF4-FFF2-40B4-BE49-F238E27FC236}">
                <a16:creationId xmlns:a16="http://schemas.microsoft.com/office/drawing/2014/main" id="{01916197-6A7F-14DB-00A6-0340F5D74390}"/>
              </a:ext>
            </a:extLst>
          </p:cNvPr>
          <p:cNvSpPr/>
          <p:nvPr/>
        </p:nvSpPr>
        <p:spPr>
          <a:xfrm>
            <a:off x="7890331" y="5096276"/>
            <a:ext cx="1545903" cy="108373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Substituting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Service Template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(Platform)</a:t>
            </a:r>
          </a:p>
        </p:txBody>
      </p:sp>
      <p:cxnSp>
        <p:nvCxnSpPr>
          <p:cNvPr id="62" name="Straight Arrow Connector 134">
            <a:extLst>
              <a:ext uri="{FF2B5EF4-FFF2-40B4-BE49-F238E27FC236}">
                <a16:creationId xmlns:a16="http://schemas.microsoft.com/office/drawing/2014/main" id="{31A412C6-0587-9A73-61C1-E3CD4BD6617D}"/>
              </a:ext>
            </a:extLst>
          </p:cNvPr>
          <p:cNvCxnSpPr>
            <a:cxnSpLocks/>
            <a:stCxn id="41" idx="3"/>
            <a:endCxn id="61" idx="1"/>
          </p:cNvCxnSpPr>
          <p:nvPr/>
        </p:nvCxnSpPr>
        <p:spPr>
          <a:xfrm>
            <a:off x="6476527" y="5410614"/>
            <a:ext cx="1413804" cy="227530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35">
            <a:extLst>
              <a:ext uri="{FF2B5EF4-FFF2-40B4-BE49-F238E27FC236}">
                <a16:creationId xmlns:a16="http://schemas.microsoft.com/office/drawing/2014/main" id="{25068B08-97E5-0E2B-9442-99BE0CCF4673}"/>
              </a:ext>
            </a:extLst>
          </p:cNvPr>
          <p:cNvSpPr txBox="1"/>
          <p:nvPr/>
        </p:nvSpPr>
        <p:spPr>
          <a:xfrm>
            <a:off x="6885667" y="5479863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sp>
        <p:nvSpPr>
          <p:cNvPr id="64" name="Flowchart: Multidocument 1">
            <a:extLst>
              <a:ext uri="{FF2B5EF4-FFF2-40B4-BE49-F238E27FC236}">
                <a16:creationId xmlns:a16="http://schemas.microsoft.com/office/drawing/2014/main" id="{E17DD981-A46B-3EAF-C83D-F8B208096BE8}"/>
              </a:ext>
            </a:extLst>
          </p:cNvPr>
          <p:cNvSpPr/>
          <p:nvPr/>
        </p:nvSpPr>
        <p:spPr>
          <a:xfrm>
            <a:off x="8781420" y="4317074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Platform</a:t>
            </a:r>
            <a:b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</p:spTree>
    <p:extLst>
      <p:ext uri="{BB962C8B-B14F-4D97-AF65-F5344CB8AC3E}">
        <p14:creationId xmlns:p14="http://schemas.microsoft.com/office/powerpoint/2010/main" val="2302801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581E700A-16D7-0EAC-9261-4F58A4131FC0}"/>
              </a:ext>
            </a:extLst>
          </p:cNvPr>
          <p:cNvGrpSpPr/>
          <p:nvPr/>
        </p:nvGrpSpPr>
        <p:grpSpPr>
          <a:xfrm>
            <a:off x="916973" y="1269330"/>
            <a:ext cx="4074193" cy="2573099"/>
            <a:chOff x="3907757" y="1209675"/>
            <a:chExt cx="4074193" cy="25730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01CFB6-52FD-F6EA-23A7-6BBD5DD8BD58}"/>
                </a:ext>
              </a:extLst>
            </p:cNvPr>
            <p:cNvGrpSpPr/>
            <p:nvPr/>
          </p:nvGrpSpPr>
          <p:grpSpPr>
            <a:xfrm>
              <a:off x="4056224" y="2437941"/>
              <a:ext cx="771421" cy="974099"/>
              <a:chOff x="3816085" y="2671396"/>
              <a:chExt cx="771421" cy="9740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154AFF-E66D-C26A-3511-384EE711853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WebUI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B8B633A-33D6-51B9-BD2D-F71276AB5A13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gui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" name="Flowchart: Off-page Connector 24">
                <a:extLst>
                  <a:ext uri="{FF2B5EF4-FFF2-40B4-BE49-F238E27FC236}">
                    <a16:creationId xmlns:a16="http://schemas.microsoft.com/office/drawing/2014/main" id="{69B68D98-14FE-97A2-487E-F7BFB744300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C39FB-6F4D-855B-3762-A6EEFA2F65E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6038698" y="1337597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Context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Analyzer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analytics</a:t>
                </a: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CAD669-DBD1-97D4-432A-98106C870BFC}"/>
                </a:ext>
              </a:extLst>
            </p:cNvPr>
            <p:cNvGrpSpPr/>
            <p:nvPr/>
          </p:nvGrpSpPr>
          <p:grpSpPr>
            <a:xfrm>
              <a:off x="7069202" y="2091638"/>
              <a:ext cx="771421" cy="974099"/>
              <a:chOff x="3816085" y="2671396"/>
              <a:chExt cx="771421" cy="97409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Database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db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EFC344-8421-8717-1968-C22F3773F849}"/>
                </a:ext>
              </a:extLst>
            </p:cNvPr>
            <p:cNvGrpSpPr/>
            <p:nvPr/>
          </p:nvGrpSpPr>
          <p:grpSpPr>
            <a:xfrm>
              <a:off x="5267699" y="2437941"/>
              <a:ext cx="771421" cy="974099"/>
              <a:chOff x="3816085" y="2671396"/>
              <a:chExt cx="771421" cy="97409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FC7F0BC-E9B1-F6F8-F0B0-91EF7BABF4D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49F8877-D641-9DA3-6E32-F1200C81A93C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1" name="Flowchart: Off-page Connector 40">
                <a:extLst>
                  <a:ext uri="{FF2B5EF4-FFF2-40B4-BE49-F238E27FC236}">
                    <a16:creationId xmlns:a16="http://schemas.microsoft.com/office/drawing/2014/main" id="{21976103-1A4B-58D8-0DAE-023930197B1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FCB50C-2E13-56DA-2339-872944ED9FBD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C85E05-CF57-09C2-CC1B-EB01875E339B}"/>
                </a:ext>
              </a:extLst>
            </p:cNvPr>
            <p:cNvCxnSpPr>
              <a:cxnSpLocks/>
              <a:stCxn id="24" idx="3"/>
              <a:endCxn id="40" idx="1"/>
            </p:cNvCxnSpPr>
            <p:nvPr/>
          </p:nvCxnSpPr>
          <p:spPr>
            <a:xfrm>
              <a:off x="4827644" y="2845680"/>
              <a:ext cx="4400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926729B-1F17-953C-690B-36A01C633F3B}"/>
                </a:ext>
              </a:extLst>
            </p:cNvPr>
            <p:cNvCxnSpPr>
              <a:cxnSpLocks/>
              <a:stCxn id="40" idx="0"/>
              <a:endCxn id="30" idx="1"/>
            </p:cNvCxnSpPr>
            <p:nvPr/>
          </p:nvCxnSpPr>
          <p:spPr>
            <a:xfrm flipV="1">
              <a:off x="5653409" y="1745336"/>
              <a:ext cx="385289" cy="6926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0FC1CBA-7523-CE54-0451-37E2DAA96C82}"/>
                </a:ext>
              </a:extLst>
            </p:cNvPr>
            <p:cNvCxnSpPr>
              <a:cxnSpLocks/>
              <a:stCxn id="40" idx="3"/>
              <a:endCxn id="35" idx="1"/>
            </p:cNvCxnSpPr>
            <p:nvPr/>
          </p:nvCxnSpPr>
          <p:spPr>
            <a:xfrm flipV="1">
              <a:off x="6039119" y="2499377"/>
              <a:ext cx="1030083" cy="3463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982F1B-A94B-56AD-4CA9-0AEC20BE8046}"/>
                </a:ext>
              </a:extLst>
            </p:cNvPr>
            <p:cNvCxnSpPr>
              <a:cxnSpLocks/>
              <a:stCxn id="29" idx="3"/>
              <a:endCxn id="35" idx="0"/>
            </p:cNvCxnSpPr>
            <p:nvPr/>
          </p:nvCxnSpPr>
          <p:spPr>
            <a:xfrm>
              <a:off x="6810119" y="1717363"/>
              <a:ext cx="644793" cy="374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1E5E651-658C-B0E0-B12D-E74D7799624C}"/>
                </a:ext>
              </a:extLst>
            </p:cNvPr>
            <p:cNvSpPr/>
            <p:nvPr/>
          </p:nvSpPr>
          <p:spPr>
            <a:xfrm>
              <a:off x="3907757" y="1209675"/>
              <a:ext cx="4074193" cy="2573099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Personal Assistant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1005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3A46013-6D24-3AAC-DF2B-0D14FEA022CF}"/>
              </a:ext>
            </a:extLst>
          </p:cNvPr>
          <p:cNvGrpSpPr/>
          <p:nvPr/>
        </p:nvGrpSpPr>
        <p:grpSpPr>
          <a:xfrm>
            <a:off x="1171006" y="4232457"/>
            <a:ext cx="3566125" cy="991032"/>
            <a:chOff x="860789" y="4289965"/>
            <a:chExt cx="3566125" cy="9910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2723925" y="4289965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AWSRegion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829CF0-3931-A621-680C-EF9B941C8C0E}"/>
                </a:ext>
              </a:extLst>
            </p:cNvPr>
            <p:cNvGrpSpPr/>
            <p:nvPr/>
          </p:nvGrpSpPr>
          <p:grpSpPr>
            <a:xfrm>
              <a:off x="1792357" y="4289965"/>
              <a:ext cx="771421" cy="991032"/>
              <a:chOff x="3816079" y="4223863"/>
              <a:chExt cx="771421" cy="99103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A33A85-1F93-5D96-66D3-70B1C94C1F75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AzureRegion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1F7507A-F404-BB35-01A6-D62B2F5616CF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useast2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339FCE90-7024-46D1-CB09-B07EF4A3D32F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54BC33-2392-2DBD-DACC-495B8EDF5CFA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3786FE-E4B4-D6F8-58C4-82D186C66B81}"/>
                </a:ext>
              </a:extLst>
            </p:cNvPr>
            <p:cNvGrpSpPr/>
            <p:nvPr/>
          </p:nvGrpSpPr>
          <p:grpSpPr>
            <a:xfrm>
              <a:off x="3655493" y="4289965"/>
              <a:ext cx="771421" cy="991032"/>
              <a:chOff x="3816079" y="4223863"/>
              <a:chExt cx="771421" cy="99103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C39BB7-B15F-C4A2-28E2-5DFDBB9B1C91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GKE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99EC9F4-CCAA-215A-A262-2C4633C74F87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213B8A82-09B6-B87C-F147-CF9581468687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5B7C78-B546-74DC-E4BD-E8A7F3D41D8D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860789" y="4289965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Heroku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4058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3A46013-6D24-3AAC-DF2B-0D14FEA022CF}"/>
              </a:ext>
            </a:extLst>
          </p:cNvPr>
          <p:cNvGrpSpPr/>
          <p:nvPr/>
        </p:nvGrpSpPr>
        <p:grpSpPr>
          <a:xfrm>
            <a:off x="1171006" y="4232457"/>
            <a:ext cx="3566125" cy="991032"/>
            <a:chOff x="860789" y="4289965"/>
            <a:chExt cx="3566125" cy="9910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2723925" y="4289965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AWSRegion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829CF0-3931-A621-680C-EF9B941C8C0E}"/>
                </a:ext>
              </a:extLst>
            </p:cNvPr>
            <p:cNvGrpSpPr/>
            <p:nvPr/>
          </p:nvGrpSpPr>
          <p:grpSpPr>
            <a:xfrm>
              <a:off x="1792357" y="4289965"/>
              <a:ext cx="771421" cy="991032"/>
              <a:chOff x="3816079" y="4223863"/>
              <a:chExt cx="771421" cy="99103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A33A85-1F93-5D96-66D3-70B1C94C1F75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AzureRegion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1F7507A-F404-BB35-01A6-D62B2F5616CF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useast2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339FCE90-7024-46D1-CB09-B07EF4A3D32F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54BC33-2392-2DBD-DACC-495B8EDF5CFA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3786FE-E4B4-D6F8-58C4-82D186C66B81}"/>
                </a:ext>
              </a:extLst>
            </p:cNvPr>
            <p:cNvGrpSpPr/>
            <p:nvPr/>
          </p:nvGrpSpPr>
          <p:grpSpPr>
            <a:xfrm>
              <a:off x="3655493" y="4289965"/>
              <a:ext cx="771421" cy="991032"/>
              <a:chOff x="3816079" y="4223863"/>
              <a:chExt cx="771421" cy="99103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C39BB7-B15F-C4A2-28E2-5DFDBB9B1C91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GKE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99EC9F4-CCAA-215A-A262-2C4633C74F87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213B8A82-09B6-B87C-F147-CF9581468687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5B7C78-B546-74DC-E4BD-E8A7F3D41D8D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860789" y="4289965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Heroku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81E700A-16D7-0EAC-9261-4F58A4131FC0}"/>
              </a:ext>
            </a:extLst>
          </p:cNvPr>
          <p:cNvGrpSpPr/>
          <p:nvPr/>
        </p:nvGrpSpPr>
        <p:grpSpPr>
          <a:xfrm>
            <a:off x="916973" y="1269330"/>
            <a:ext cx="4074193" cy="2573099"/>
            <a:chOff x="3907757" y="1209675"/>
            <a:chExt cx="4074193" cy="25730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01CFB6-52FD-F6EA-23A7-6BBD5DD8BD58}"/>
                </a:ext>
              </a:extLst>
            </p:cNvPr>
            <p:cNvGrpSpPr/>
            <p:nvPr/>
          </p:nvGrpSpPr>
          <p:grpSpPr>
            <a:xfrm>
              <a:off x="4056224" y="2437941"/>
              <a:ext cx="771421" cy="974099"/>
              <a:chOff x="3816085" y="2671396"/>
              <a:chExt cx="771421" cy="9740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154AFF-E66D-C26A-3511-384EE711853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WebUI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B8B633A-33D6-51B9-BD2D-F71276AB5A13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gui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" name="Flowchart: Off-page Connector 24">
                <a:extLst>
                  <a:ext uri="{FF2B5EF4-FFF2-40B4-BE49-F238E27FC236}">
                    <a16:creationId xmlns:a16="http://schemas.microsoft.com/office/drawing/2014/main" id="{69B68D98-14FE-97A2-487E-F7BFB744300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C39FB-6F4D-855B-3762-A6EEFA2F65E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6038698" y="1337597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Context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Analyzer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analytics</a:t>
                </a: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CAD669-DBD1-97D4-432A-98106C870BFC}"/>
                </a:ext>
              </a:extLst>
            </p:cNvPr>
            <p:cNvGrpSpPr/>
            <p:nvPr/>
          </p:nvGrpSpPr>
          <p:grpSpPr>
            <a:xfrm>
              <a:off x="7069202" y="2091638"/>
              <a:ext cx="771421" cy="974099"/>
              <a:chOff x="3816085" y="2671396"/>
              <a:chExt cx="771421" cy="97409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Database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db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EFC344-8421-8717-1968-C22F3773F849}"/>
                </a:ext>
              </a:extLst>
            </p:cNvPr>
            <p:cNvGrpSpPr/>
            <p:nvPr/>
          </p:nvGrpSpPr>
          <p:grpSpPr>
            <a:xfrm>
              <a:off x="5267699" y="2437941"/>
              <a:ext cx="771421" cy="974099"/>
              <a:chOff x="3816085" y="2671396"/>
              <a:chExt cx="771421" cy="97409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FC7F0BC-E9B1-F6F8-F0B0-91EF7BABF4D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49F8877-D641-9DA3-6E32-F1200C81A93C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1" name="Flowchart: Off-page Connector 40">
                <a:extLst>
                  <a:ext uri="{FF2B5EF4-FFF2-40B4-BE49-F238E27FC236}">
                    <a16:creationId xmlns:a16="http://schemas.microsoft.com/office/drawing/2014/main" id="{21976103-1A4B-58D8-0DAE-023930197B1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FCB50C-2E13-56DA-2339-872944ED9FBD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C85E05-CF57-09C2-CC1B-EB01875E339B}"/>
                </a:ext>
              </a:extLst>
            </p:cNvPr>
            <p:cNvCxnSpPr>
              <a:cxnSpLocks/>
              <a:stCxn id="24" idx="3"/>
              <a:endCxn id="40" idx="1"/>
            </p:cNvCxnSpPr>
            <p:nvPr/>
          </p:nvCxnSpPr>
          <p:spPr>
            <a:xfrm>
              <a:off x="4827644" y="2845680"/>
              <a:ext cx="4400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926729B-1F17-953C-690B-36A01C633F3B}"/>
                </a:ext>
              </a:extLst>
            </p:cNvPr>
            <p:cNvCxnSpPr>
              <a:cxnSpLocks/>
              <a:stCxn id="40" idx="0"/>
              <a:endCxn id="30" idx="1"/>
            </p:cNvCxnSpPr>
            <p:nvPr/>
          </p:nvCxnSpPr>
          <p:spPr>
            <a:xfrm flipV="1">
              <a:off x="5653409" y="1745336"/>
              <a:ext cx="385289" cy="6926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0FC1CBA-7523-CE54-0451-37E2DAA96C82}"/>
                </a:ext>
              </a:extLst>
            </p:cNvPr>
            <p:cNvCxnSpPr>
              <a:cxnSpLocks/>
              <a:stCxn id="40" idx="3"/>
              <a:endCxn id="35" idx="1"/>
            </p:cNvCxnSpPr>
            <p:nvPr/>
          </p:nvCxnSpPr>
          <p:spPr>
            <a:xfrm flipV="1">
              <a:off x="6039119" y="2499377"/>
              <a:ext cx="1030083" cy="3463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982F1B-A94B-56AD-4CA9-0AEC20BE8046}"/>
                </a:ext>
              </a:extLst>
            </p:cNvPr>
            <p:cNvCxnSpPr>
              <a:cxnSpLocks/>
              <a:stCxn id="29" idx="3"/>
              <a:endCxn id="35" idx="0"/>
            </p:cNvCxnSpPr>
            <p:nvPr/>
          </p:nvCxnSpPr>
          <p:spPr>
            <a:xfrm>
              <a:off x="6810119" y="1717363"/>
              <a:ext cx="644793" cy="374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1E5E651-658C-B0E0-B12D-E74D7799624C}"/>
                </a:ext>
              </a:extLst>
            </p:cNvPr>
            <p:cNvSpPr/>
            <p:nvPr/>
          </p:nvSpPr>
          <p:spPr>
            <a:xfrm>
              <a:off x="3907757" y="1209675"/>
              <a:ext cx="4074193" cy="2573099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Personal Assistant</a:t>
              </a: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EC0F2D-55A2-77F8-364B-532B0F5DF73A}"/>
              </a:ext>
            </a:extLst>
          </p:cNvPr>
          <p:cNvCxnSpPr>
            <a:cxnSpLocks/>
            <a:stCxn id="31" idx="2"/>
            <a:endCxn id="51" idx="0"/>
          </p:cNvCxnSpPr>
          <p:nvPr/>
        </p:nvCxnSpPr>
        <p:spPr>
          <a:xfrm>
            <a:off x="3433625" y="2371351"/>
            <a:ext cx="1113" cy="10757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61D385A-A4F7-DE9F-9B55-627781BF05BA}"/>
              </a:ext>
            </a:extLst>
          </p:cNvPr>
          <p:cNvSpPr txBox="1"/>
          <p:nvPr/>
        </p:nvSpPr>
        <p:spPr>
          <a:xfrm>
            <a:off x="2964912" y="3143249"/>
            <a:ext cx="931045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</a:t>
            </a:r>
          </a:p>
        </p:txBody>
      </p:sp>
      <p:sp>
        <p:nvSpPr>
          <p:cNvPr id="45" name="Flowchart: Predefined Process 44">
            <a:extLst>
              <a:ext uri="{FF2B5EF4-FFF2-40B4-BE49-F238E27FC236}">
                <a16:creationId xmlns:a16="http://schemas.microsoft.com/office/drawing/2014/main" id="{59371773-3E5E-C597-9B34-C8DAA57FD8AB}"/>
              </a:ext>
            </a:extLst>
          </p:cNvPr>
          <p:cNvSpPr/>
          <p:nvPr/>
        </p:nvSpPr>
        <p:spPr>
          <a:xfrm>
            <a:off x="3616581" y="3289532"/>
            <a:ext cx="771419" cy="337919"/>
          </a:xfrm>
          <a:prstGeom prst="flowChartPredefinedProcess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 filter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971F494-A2BE-26F5-A96E-03470A36C77C}"/>
              </a:ext>
            </a:extLst>
          </p:cNvPr>
          <p:cNvCxnSpPr>
            <a:cxnSpLocks/>
          </p:cNvCxnSpPr>
          <p:nvPr/>
        </p:nvCxnSpPr>
        <p:spPr>
          <a:xfrm flipH="1">
            <a:off x="2612771" y="3685065"/>
            <a:ext cx="812636" cy="405914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E14625D-EC49-6D02-4F16-36239385436A}"/>
              </a:ext>
            </a:extLst>
          </p:cNvPr>
          <p:cNvCxnSpPr>
            <a:cxnSpLocks/>
          </p:cNvCxnSpPr>
          <p:nvPr/>
        </p:nvCxnSpPr>
        <p:spPr>
          <a:xfrm>
            <a:off x="3425407" y="3685065"/>
            <a:ext cx="804820" cy="40740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EBE49F7-8569-4CE1-53B6-6493E683E824}"/>
              </a:ext>
            </a:extLst>
          </p:cNvPr>
          <p:cNvCxnSpPr>
            <a:cxnSpLocks/>
          </p:cNvCxnSpPr>
          <p:nvPr/>
        </p:nvCxnSpPr>
        <p:spPr>
          <a:xfrm flipH="1">
            <a:off x="3421109" y="3685065"/>
            <a:ext cx="4298" cy="40591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26C78E2-E48A-AC1C-FCFC-76B37172E473}"/>
              </a:ext>
            </a:extLst>
          </p:cNvPr>
          <p:cNvSpPr/>
          <p:nvPr/>
        </p:nvSpPr>
        <p:spPr>
          <a:xfrm>
            <a:off x="3320438" y="3447134"/>
            <a:ext cx="228600" cy="228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67B4CD-A46C-6355-D0A0-76F7E81ADB03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1657296" y="3675734"/>
            <a:ext cx="1777442" cy="43672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630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3A46013-6D24-3AAC-DF2B-0D14FEA022CF}"/>
              </a:ext>
            </a:extLst>
          </p:cNvPr>
          <p:cNvGrpSpPr/>
          <p:nvPr/>
        </p:nvGrpSpPr>
        <p:grpSpPr>
          <a:xfrm>
            <a:off x="1171006" y="4232457"/>
            <a:ext cx="3566125" cy="991032"/>
            <a:chOff x="860789" y="4289965"/>
            <a:chExt cx="3566125" cy="9910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2723925" y="4289965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AWSRegion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829CF0-3931-A621-680C-EF9B941C8C0E}"/>
                </a:ext>
              </a:extLst>
            </p:cNvPr>
            <p:cNvGrpSpPr/>
            <p:nvPr/>
          </p:nvGrpSpPr>
          <p:grpSpPr>
            <a:xfrm>
              <a:off x="1792357" y="4289965"/>
              <a:ext cx="771421" cy="991032"/>
              <a:chOff x="3816079" y="4223863"/>
              <a:chExt cx="771421" cy="99103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A33A85-1F93-5D96-66D3-70B1C94C1F75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AzureRegion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1F7507A-F404-BB35-01A6-D62B2F5616CF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useast2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339FCE90-7024-46D1-CB09-B07EF4A3D32F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54BC33-2392-2DBD-DACC-495B8EDF5CFA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3786FE-E4B4-D6F8-58C4-82D186C66B81}"/>
                </a:ext>
              </a:extLst>
            </p:cNvPr>
            <p:cNvGrpSpPr/>
            <p:nvPr/>
          </p:nvGrpSpPr>
          <p:grpSpPr>
            <a:xfrm>
              <a:off x="3655493" y="4289965"/>
              <a:ext cx="771421" cy="991032"/>
              <a:chOff x="3816079" y="4223863"/>
              <a:chExt cx="771421" cy="99103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C39BB7-B15F-C4A2-28E2-5DFDBB9B1C91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GKE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99EC9F4-CCAA-215A-A262-2C4633C74F87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213B8A82-09B6-B87C-F147-CF9581468687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5B7C78-B546-74DC-E4BD-E8A7F3D41D8D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860789" y="4289965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Heroku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81E700A-16D7-0EAC-9261-4F58A4131FC0}"/>
              </a:ext>
            </a:extLst>
          </p:cNvPr>
          <p:cNvGrpSpPr/>
          <p:nvPr/>
        </p:nvGrpSpPr>
        <p:grpSpPr>
          <a:xfrm>
            <a:off x="916973" y="1269330"/>
            <a:ext cx="4074193" cy="2573099"/>
            <a:chOff x="3907757" y="1209675"/>
            <a:chExt cx="4074193" cy="25730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01CFB6-52FD-F6EA-23A7-6BBD5DD8BD58}"/>
                </a:ext>
              </a:extLst>
            </p:cNvPr>
            <p:cNvGrpSpPr/>
            <p:nvPr/>
          </p:nvGrpSpPr>
          <p:grpSpPr>
            <a:xfrm>
              <a:off x="4056224" y="2437941"/>
              <a:ext cx="771421" cy="974099"/>
              <a:chOff x="3816085" y="2671396"/>
              <a:chExt cx="771421" cy="9740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154AFF-E66D-C26A-3511-384EE711853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WebUI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B8B633A-33D6-51B9-BD2D-F71276AB5A13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gui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" name="Flowchart: Off-page Connector 24">
                <a:extLst>
                  <a:ext uri="{FF2B5EF4-FFF2-40B4-BE49-F238E27FC236}">
                    <a16:creationId xmlns:a16="http://schemas.microsoft.com/office/drawing/2014/main" id="{69B68D98-14FE-97A2-487E-F7BFB744300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C39FB-6F4D-855B-3762-A6EEFA2F65E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6038698" y="1337597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Context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Analyzer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analytics</a:t>
                </a: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CAD669-DBD1-97D4-432A-98106C870BFC}"/>
                </a:ext>
              </a:extLst>
            </p:cNvPr>
            <p:cNvGrpSpPr/>
            <p:nvPr/>
          </p:nvGrpSpPr>
          <p:grpSpPr>
            <a:xfrm>
              <a:off x="7069202" y="2091638"/>
              <a:ext cx="771421" cy="974099"/>
              <a:chOff x="3816085" y="2671396"/>
              <a:chExt cx="771421" cy="97409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Database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db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EFC344-8421-8717-1968-C22F3773F849}"/>
                </a:ext>
              </a:extLst>
            </p:cNvPr>
            <p:cNvGrpSpPr/>
            <p:nvPr/>
          </p:nvGrpSpPr>
          <p:grpSpPr>
            <a:xfrm>
              <a:off x="5267699" y="2437941"/>
              <a:ext cx="771421" cy="974099"/>
              <a:chOff x="3816085" y="2671396"/>
              <a:chExt cx="771421" cy="97409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FC7F0BC-E9B1-F6F8-F0B0-91EF7BABF4D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49F8877-D641-9DA3-6E32-F1200C81A93C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1" name="Flowchart: Off-page Connector 40">
                <a:extLst>
                  <a:ext uri="{FF2B5EF4-FFF2-40B4-BE49-F238E27FC236}">
                    <a16:creationId xmlns:a16="http://schemas.microsoft.com/office/drawing/2014/main" id="{21976103-1A4B-58D8-0DAE-023930197B1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FCB50C-2E13-56DA-2339-872944ED9FBD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C85E05-CF57-09C2-CC1B-EB01875E339B}"/>
                </a:ext>
              </a:extLst>
            </p:cNvPr>
            <p:cNvCxnSpPr>
              <a:cxnSpLocks/>
              <a:stCxn id="24" idx="3"/>
              <a:endCxn id="40" idx="1"/>
            </p:cNvCxnSpPr>
            <p:nvPr/>
          </p:nvCxnSpPr>
          <p:spPr>
            <a:xfrm>
              <a:off x="4827644" y="2845680"/>
              <a:ext cx="4400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926729B-1F17-953C-690B-36A01C633F3B}"/>
                </a:ext>
              </a:extLst>
            </p:cNvPr>
            <p:cNvCxnSpPr>
              <a:cxnSpLocks/>
              <a:stCxn id="40" idx="0"/>
              <a:endCxn id="30" idx="1"/>
            </p:cNvCxnSpPr>
            <p:nvPr/>
          </p:nvCxnSpPr>
          <p:spPr>
            <a:xfrm flipV="1">
              <a:off x="5653409" y="1745336"/>
              <a:ext cx="385289" cy="6926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0FC1CBA-7523-CE54-0451-37E2DAA96C82}"/>
                </a:ext>
              </a:extLst>
            </p:cNvPr>
            <p:cNvCxnSpPr>
              <a:cxnSpLocks/>
              <a:stCxn id="40" idx="3"/>
              <a:endCxn id="35" idx="1"/>
            </p:cNvCxnSpPr>
            <p:nvPr/>
          </p:nvCxnSpPr>
          <p:spPr>
            <a:xfrm flipV="1">
              <a:off x="6039119" y="2499377"/>
              <a:ext cx="1030083" cy="3463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982F1B-A94B-56AD-4CA9-0AEC20BE8046}"/>
                </a:ext>
              </a:extLst>
            </p:cNvPr>
            <p:cNvCxnSpPr>
              <a:cxnSpLocks/>
              <a:stCxn id="29" idx="3"/>
              <a:endCxn id="35" idx="0"/>
            </p:cNvCxnSpPr>
            <p:nvPr/>
          </p:nvCxnSpPr>
          <p:spPr>
            <a:xfrm>
              <a:off x="6810119" y="1717363"/>
              <a:ext cx="644793" cy="374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1E5E651-658C-B0E0-B12D-E74D7799624C}"/>
                </a:ext>
              </a:extLst>
            </p:cNvPr>
            <p:cNvSpPr/>
            <p:nvPr/>
          </p:nvSpPr>
          <p:spPr>
            <a:xfrm>
              <a:off x="3907757" y="1209675"/>
              <a:ext cx="4074193" cy="2573099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Personal Assistant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4AC3614-5BF8-E474-E8DC-A8D98100C602}"/>
              </a:ext>
            </a:extLst>
          </p:cNvPr>
          <p:cNvCxnSpPr>
            <a:cxnSpLocks/>
          </p:cNvCxnSpPr>
          <p:nvPr/>
        </p:nvCxnSpPr>
        <p:spPr>
          <a:xfrm>
            <a:off x="601394" y="4046114"/>
            <a:ext cx="470535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0930EAC-F35A-80E3-250D-52200A82382C}"/>
              </a:ext>
            </a:extLst>
          </p:cNvPr>
          <p:cNvCxnSpPr>
            <a:cxnSpLocks/>
            <a:stCxn id="17" idx="0"/>
            <a:endCxn id="31" idx="2"/>
          </p:cNvCxnSpPr>
          <p:nvPr/>
        </p:nvCxnSpPr>
        <p:spPr>
          <a:xfrm flipH="1" flipV="1">
            <a:off x="3433625" y="2371351"/>
            <a:ext cx="917802" cy="19135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84D0B08-A38E-44AC-4609-1708EC216A0F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4333490" y="3125392"/>
            <a:ext cx="130639" cy="115074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C7CC13B-5B6A-3C4D-09C2-B99D95D5A532}"/>
              </a:ext>
            </a:extLst>
          </p:cNvPr>
          <p:cNvCxnSpPr>
            <a:cxnSpLocks/>
            <a:stCxn id="16" idx="1"/>
            <a:endCxn id="41" idx="2"/>
          </p:cNvCxnSpPr>
          <p:nvPr/>
        </p:nvCxnSpPr>
        <p:spPr>
          <a:xfrm flipH="1" flipV="1">
            <a:off x="2662626" y="3471695"/>
            <a:ext cx="1688801" cy="8099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5D5E0C4-BF17-5CB4-4628-E9920D169DCC}"/>
              </a:ext>
            </a:extLst>
          </p:cNvPr>
          <p:cNvCxnSpPr>
            <a:cxnSpLocks/>
            <a:stCxn id="17" idx="0"/>
            <a:endCxn id="25" idx="2"/>
          </p:cNvCxnSpPr>
          <p:nvPr/>
        </p:nvCxnSpPr>
        <p:spPr>
          <a:xfrm flipH="1" flipV="1">
            <a:off x="1451151" y="3471695"/>
            <a:ext cx="2900276" cy="81320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2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3A46013-6D24-3AAC-DF2B-0D14FEA022CF}"/>
              </a:ext>
            </a:extLst>
          </p:cNvPr>
          <p:cNvGrpSpPr/>
          <p:nvPr/>
        </p:nvGrpSpPr>
        <p:grpSpPr>
          <a:xfrm>
            <a:off x="1171006" y="4232457"/>
            <a:ext cx="3566125" cy="991032"/>
            <a:chOff x="860789" y="4289965"/>
            <a:chExt cx="3566125" cy="9910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2723925" y="4289965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AWSRegion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829CF0-3931-A621-680C-EF9B941C8C0E}"/>
                </a:ext>
              </a:extLst>
            </p:cNvPr>
            <p:cNvGrpSpPr/>
            <p:nvPr/>
          </p:nvGrpSpPr>
          <p:grpSpPr>
            <a:xfrm>
              <a:off x="1792357" y="4289965"/>
              <a:ext cx="771421" cy="991032"/>
              <a:chOff x="3816079" y="4223863"/>
              <a:chExt cx="771421" cy="99103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A33A85-1F93-5D96-66D3-70B1C94C1F75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AzureRegion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1F7507A-F404-BB35-01A6-D62B2F5616CF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useast2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339FCE90-7024-46D1-CB09-B07EF4A3D32F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54BC33-2392-2DBD-DACC-495B8EDF5CFA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3786FE-E4B4-D6F8-58C4-82D186C66B81}"/>
                </a:ext>
              </a:extLst>
            </p:cNvPr>
            <p:cNvGrpSpPr/>
            <p:nvPr/>
          </p:nvGrpSpPr>
          <p:grpSpPr>
            <a:xfrm>
              <a:off x="3655493" y="4289965"/>
              <a:ext cx="771421" cy="991032"/>
              <a:chOff x="3816079" y="4223863"/>
              <a:chExt cx="771421" cy="99103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C39BB7-B15F-C4A2-28E2-5DFDBB9B1C91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GKE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99EC9F4-CCAA-215A-A262-2C4633C74F87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213B8A82-09B6-B87C-F147-CF9581468687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5B7C78-B546-74DC-E4BD-E8A7F3D41D8D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860789" y="4289965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Heroku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81E700A-16D7-0EAC-9261-4F58A4131FC0}"/>
              </a:ext>
            </a:extLst>
          </p:cNvPr>
          <p:cNvGrpSpPr/>
          <p:nvPr/>
        </p:nvGrpSpPr>
        <p:grpSpPr>
          <a:xfrm>
            <a:off x="916973" y="1269330"/>
            <a:ext cx="4074193" cy="2573099"/>
            <a:chOff x="3907757" y="1209675"/>
            <a:chExt cx="4074193" cy="25730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01CFB6-52FD-F6EA-23A7-6BBD5DD8BD58}"/>
                </a:ext>
              </a:extLst>
            </p:cNvPr>
            <p:cNvGrpSpPr/>
            <p:nvPr/>
          </p:nvGrpSpPr>
          <p:grpSpPr>
            <a:xfrm>
              <a:off x="4056224" y="2437941"/>
              <a:ext cx="771421" cy="974099"/>
              <a:chOff x="3816085" y="2671396"/>
              <a:chExt cx="771421" cy="9740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154AFF-E66D-C26A-3511-384EE711853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WebUI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B8B633A-33D6-51B9-BD2D-F71276AB5A13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gui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" name="Flowchart: Off-page Connector 24">
                <a:extLst>
                  <a:ext uri="{FF2B5EF4-FFF2-40B4-BE49-F238E27FC236}">
                    <a16:creationId xmlns:a16="http://schemas.microsoft.com/office/drawing/2014/main" id="{69B68D98-14FE-97A2-487E-F7BFB744300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C39FB-6F4D-855B-3762-A6EEFA2F65E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6038698" y="1337597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Context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Analyzer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analytics</a:t>
                </a: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CAD669-DBD1-97D4-432A-98106C870BFC}"/>
                </a:ext>
              </a:extLst>
            </p:cNvPr>
            <p:cNvGrpSpPr/>
            <p:nvPr/>
          </p:nvGrpSpPr>
          <p:grpSpPr>
            <a:xfrm>
              <a:off x="7069202" y="2091638"/>
              <a:ext cx="771421" cy="974099"/>
              <a:chOff x="3816085" y="2671396"/>
              <a:chExt cx="771421" cy="97409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Database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db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EFC344-8421-8717-1968-C22F3773F849}"/>
                </a:ext>
              </a:extLst>
            </p:cNvPr>
            <p:cNvGrpSpPr/>
            <p:nvPr/>
          </p:nvGrpSpPr>
          <p:grpSpPr>
            <a:xfrm>
              <a:off x="5267699" y="2437941"/>
              <a:ext cx="771421" cy="974099"/>
              <a:chOff x="3816085" y="2671396"/>
              <a:chExt cx="771421" cy="97409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FC7F0BC-E9B1-F6F8-F0B0-91EF7BABF4D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49F8877-D641-9DA3-6E32-F1200C81A93C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1" name="Flowchart: Off-page Connector 40">
                <a:extLst>
                  <a:ext uri="{FF2B5EF4-FFF2-40B4-BE49-F238E27FC236}">
                    <a16:creationId xmlns:a16="http://schemas.microsoft.com/office/drawing/2014/main" id="{21976103-1A4B-58D8-0DAE-023930197B1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FCB50C-2E13-56DA-2339-872944ED9FBD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C85E05-CF57-09C2-CC1B-EB01875E339B}"/>
                </a:ext>
              </a:extLst>
            </p:cNvPr>
            <p:cNvCxnSpPr>
              <a:cxnSpLocks/>
              <a:stCxn id="24" idx="3"/>
              <a:endCxn id="40" idx="1"/>
            </p:cNvCxnSpPr>
            <p:nvPr/>
          </p:nvCxnSpPr>
          <p:spPr>
            <a:xfrm>
              <a:off x="4827644" y="2845680"/>
              <a:ext cx="4400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926729B-1F17-953C-690B-36A01C633F3B}"/>
                </a:ext>
              </a:extLst>
            </p:cNvPr>
            <p:cNvCxnSpPr>
              <a:cxnSpLocks/>
              <a:stCxn id="40" idx="0"/>
              <a:endCxn id="30" idx="1"/>
            </p:cNvCxnSpPr>
            <p:nvPr/>
          </p:nvCxnSpPr>
          <p:spPr>
            <a:xfrm flipV="1">
              <a:off x="5653409" y="1745336"/>
              <a:ext cx="385289" cy="6926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0FC1CBA-7523-CE54-0451-37E2DAA96C82}"/>
                </a:ext>
              </a:extLst>
            </p:cNvPr>
            <p:cNvCxnSpPr>
              <a:cxnSpLocks/>
              <a:stCxn id="40" idx="3"/>
              <a:endCxn id="35" idx="1"/>
            </p:cNvCxnSpPr>
            <p:nvPr/>
          </p:nvCxnSpPr>
          <p:spPr>
            <a:xfrm flipV="1">
              <a:off x="6039119" y="2499377"/>
              <a:ext cx="1030083" cy="3463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982F1B-A94B-56AD-4CA9-0AEC20BE8046}"/>
                </a:ext>
              </a:extLst>
            </p:cNvPr>
            <p:cNvCxnSpPr>
              <a:cxnSpLocks/>
              <a:stCxn id="29" idx="3"/>
              <a:endCxn id="35" idx="0"/>
            </p:cNvCxnSpPr>
            <p:nvPr/>
          </p:nvCxnSpPr>
          <p:spPr>
            <a:xfrm>
              <a:off x="6810119" y="1717363"/>
              <a:ext cx="644793" cy="374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1E5E651-658C-B0E0-B12D-E74D7799624C}"/>
                </a:ext>
              </a:extLst>
            </p:cNvPr>
            <p:cNvSpPr/>
            <p:nvPr/>
          </p:nvSpPr>
          <p:spPr>
            <a:xfrm>
              <a:off x="3907757" y="1209675"/>
              <a:ext cx="4074193" cy="2573099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Personal Assistant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4AC3614-5BF8-E474-E8DC-A8D98100C602}"/>
              </a:ext>
            </a:extLst>
          </p:cNvPr>
          <p:cNvCxnSpPr>
            <a:cxnSpLocks/>
          </p:cNvCxnSpPr>
          <p:nvPr/>
        </p:nvCxnSpPr>
        <p:spPr>
          <a:xfrm>
            <a:off x="601394" y="4046114"/>
            <a:ext cx="470535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9298EA-F1BE-B57B-E0E2-0094F26C540F}"/>
              </a:ext>
            </a:extLst>
          </p:cNvPr>
          <p:cNvCxnSpPr>
            <a:cxnSpLocks/>
          </p:cNvCxnSpPr>
          <p:nvPr/>
        </p:nvCxnSpPr>
        <p:spPr>
          <a:xfrm flipH="1" flipV="1">
            <a:off x="5538023" y="874216"/>
            <a:ext cx="45643" cy="450235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50991F2-0FBC-324A-0B82-ECCF44044B09}"/>
              </a:ext>
            </a:extLst>
          </p:cNvPr>
          <p:cNvGrpSpPr/>
          <p:nvPr/>
        </p:nvGrpSpPr>
        <p:grpSpPr>
          <a:xfrm>
            <a:off x="8261236" y="1022333"/>
            <a:ext cx="771421" cy="974099"/>
            <a:chOff x="3816085" y="2671396"/>
            <a:chExt cx="771421" cy="97409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DA9E7D6-765E-F5D7-4344-1CE8BEFBD05A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Location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</a:rPr>
                <a:t>Tracker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BBDF769A-1692-16AA-D4CD-5914281CA393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locator</a:t>
              </a:r>
            </a:p>
          </p:txBody>
        </p:sp>
        <p:sp>
          <p:nvSpPr>
            <p:cNvPr id="75" name="Flowchart: Off-page Connector 74">
              <a:extLst>
                <a:ext uri="{FF2B5EF4-FFF2-40B4-BE49-F238E27FC236}">
                  <a16:creationId xmlns:a16="http://schemas.microsoft.com/office/drawing/2014/main" id="{C6654B9B-73FD-2792-A43B-678418487AEB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A4AE2AA-B10A-41B4-CA96-16440569CCB8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1FCC915-D903-040A-775C-0EB3AC166C2C}"/>
              </a:ext>
            </a:extLst>
          </p:cNvPr>
          <p:cNvGrpSpPr/>
          <p:nvPr/>
        </p:nvGrpSpPr>
        <p:grpSpPr>
          <a:xfrm>
            <a:off x="8268571" y="3103569"/>
            <a:ext cx="771421" cy="974099"/>
            <a:chOff x="3816085" y="2671396"/>
            <a:chExt cx="771421" cy="97409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FC52D99-1665-A67B-F321-FC593993E012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Correlator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FECBDDA-3FFD-D119-E993-AC153F7D7B32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correlator</a:t>
              </a:r>
            </a:p>
          </p:txBody>
        </p:sp>
        <p:sp>
          <p:nvSpPr>
            <p:cNvPr id="71" name="Flowchart: Off-page Connector 70">
              <a:extLst>
                <a:ext uri="{FF2B5EF4-FFF2-40B4-BE49-F238E27FC236}">
                  <a16:creationId xmlns:a16="http://schemas.microsoft.com/office/drawing/2014/main" id="{29F5DE1F-8EA0-F408-4D6C-5C7F4C0287C5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B2749D6-D2B1-90C2-5FB7-A5CF85F88032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5BDAD2-03B9-58D7-A026-6E4D09F57861}"/>
              </a:ext>
            </a:extLst>
          </p:cNvPr>
          <p:cNvGrpSpPr/>
          <p:nvPr/>
        </p:nvGrpSpPr>
        <p:grpSpPr>
          <a:xfrm>
            <a:off x="7489091" y="2219786"/>
            <a:ext cx="771421" cy="974099"/>
            <a:chOff x="3816085" y="2671396"/>
            <a:chExt cx="771421" cy="9740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D57471-A254-4DE4-6CC2-062F38F26A00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Collector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ED70BE87-77F7-89C6-E2FA-3C9FC672FAC6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collector</a:t>
              </a:r>
            </a:p>
          </p:txBody>
        </p:sp>
        <p:sp>
          <p:nvSpPr>
            <p:cNvPr id="67" name="Flowchart: Off-page Connector 66">
              <a:extLst>
                <a:ext uri="{FF2B5EF4-FFF2-40B4-BE49-F238E27FC236}">
                  <a16:creationId xmlns:a16="http://schemas.microsoft.com/office/drawing/2014/main" id="{3A2B11B3-EB5B-DE90-A13D-E61EF214A092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173FF02-0783-5707-250B-E57C0057F5B0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24676E8-0B24-610E-D2EC-55795458D4C9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7038634" y="2158808"/>
            <a:ext cx="450457" cy="18030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7B4DB96-5446-CA8A-1226-9092DA60B8C5}"/>
              </a:ext>
            </a:extLst>
          </p:cNvPr>
          <p:cNvCxnSpPr>
            <a:cxnSpLocks/>
            <a:stCxn id="66" idx="0"/>
          </p:cNvCxnSpPr>
          <p:nvPr/>
        </p:nvCxnSpPr>
        <p:spPr>
          <a:xfrm flipH="1" flipV="1">
            <a:off x="7848442" y="1804991"/>
            <a:ext cx="26359" cy="414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B098C76-2B7D-0642-74A7-7157B4BB8064}"/>
              </a:ext>
            </a:extLst>
          </p:cNvPr>
          <p:cNvCxnSpPr>
            <a:cxnSpLocks/>
          </p:cNvCxnSpPr>
          <p:nvPr/>
        </p:nvCxnSpPr>
        <p:spPr>
          <a:xfrm>
            <a:off x="8268570" y="2871837"/>
            <a:ext cx="144386" cy="19744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4BF38B8-24F3-02F6-B861-7416206D6152}"/>
              </a:ext>
            </a:extLst>
          </p:cNvPr>
          <p:cNvCxnSpPr>
            <a:cxnSpLocks/>
          </p:cNvCxnSpPr>
          <p:nvPr/>
        </p:nvCxnSpPr>
        <p:spPr>
          <a:xfrm flipH="1">
            <a:off x="8130917" y="1812047"/>
            <a:ext cx="137653" cy="38083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1392933-CBFC-0F82-BA24-06BBD1BAF3C1}"/>
              </a:ext>
            </a:extLst>
          </p:cNvPr>
          <p:cNvSpPr/>
          <p:nvPr/>
        </p:nvSpPr>
        <p:spPr>
          <a:xfrm>
            <a:off x="6083333" y="855901"/>
            <a:ext cx="3297441" cy="3606394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en-US" sz="1100" dirty="0">
                <a:solidFill>
                  <a:schemeClr val="tx1"/>
                </a:solidFill>
              </a:rPr>
              <a:t>K8s</a:t>
            </a:r>
          </a:p>
          <a:p>
            <a:pPr algn="r"/>
            <a:r>
              <a:rPr lang="en-US" sz="1100" dirty="0">
                <a:solidFill>
                  <a:schemeClr val="tx1"/>
                </a:solidFill>
              </a:rPr>
              <a:t>Context</a:t>
            </a:r>
          </a:p>
          <a:p>
            <a:pPr algn="r"/>
            <a:r>
              <a:rPr lang="en-US" sz="1100" dirty="0">
                <a:solidFill>
                  <a:schemeClr val="tx1"/>
                </a:solidFill>
              </a:rPr>
              <a:t>Analyzer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1989A88-7297-506F-9163-797D16351736}"/>
              </a:ext>
            </a:extLst>
          </p:cNvPr>
          <p:cNvGrpSpPr/>
          <p:nvPr/>
        </p:nvGrpSpPr>
        <p:grpSpPr>
          <a:xfrm>
            <a:off x="6692999" y="3214471"/>
            <a:ext cx="771421" cy="974099"/>
            <a:chOff x="3816085" y="2671396"/>
            <a:chExt cx="771421" cy="974099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822CD3B-54DB-5DD6-E449-0FD99ED17D0E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Context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</a:rPr>
                <a:t>Provider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6C947836-1D68-186D-5C6D-9A4CA8EED052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87" name="Flowchart: Off-page Connector 86">
              <a:extLst>
                <a:ext uri="{FF2B5EF4-FFF2-40B4-BE49-F238E27FC236}">
                  <a16:creationId xmlns:a16="http://schemas.microsoft.com/office/drawing/2014/main" id="{AC0A2288-A556-0EE0-2BE2-7D1C47F3B5F6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83124A1-C53D-3786-7FE1-C73D23AC5589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403E3F8-B5B8-ED80-2A96-26C69F5A0845}"/>
              </a:ext>
            </a:extLst>
          </p:cNvPr>
          <p:cNvGrpSpPr/>
          <p:nvPr/>
        </p:nvGrpSpPr>
        <p:grpSpPr>
          <a:xfrm>
            <a:off x="7152590" y="1021463"/>
            <a:ext cx="771421" cy="974099"/>
            <a:chOff x="3816085" y="2671396"/>
            <a:chExt cx="771421" cy="97409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581C6EE-4380-F53B-2A05-78EC2E18D7E9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</a:rPr>
                <a:t>Audio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Analyzer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1E54642B-A30A-58EC-0BD9-3F1B272B29A7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audio</a:t>
              </a:r>
            </a:p>
          </p:txBody>
        </p:sp>
        <p:sp>
          <p:nvSpPr>
            <p:cNvPr id="97" name="Flowchart: Off-page Connector 96">
              <a:extLst>
                <a:ext uri="{FF2B5EF4-FFF2-40B4-BE49-F238E27FC236}">
                  <a16:creationId xmlns:a16="http://schemas.microsoft.com/office/drawing/2014/main" id="{1B78CC3C-7A38-CAB7-17DB-DE94DD78E3B3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5D99D35-642D-3415-3DA9-7BE17E422A12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1A3679C-00BC-6F01-57BC-66D2943C5B4A}"/>
              </a:ext>
            </a:extLst>
          </p:cNvPr>
          <p:cNvGrpSpPr/>
          <p:nvPr/>
        </p:nvGrpSpPr>
        <p:grpSpPr>
          <a:xfrm>
            <a:off x="6267214" y="1751069"/>
            <a:ext cx="771421" cy="974099"/>
            <a:chOff x="3816085" y="2671396"/>
            <a:chExt cx="771421" cy="974099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68D1C79-7180-DA0F-5F34-70AEFDAEB6F0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Glasses</a:t>
              </a: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2B7E1AA9-F508-D1C3-99D1-48AD6B3E1AB8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glasses</a:t>
              </a:r>
            </a:p>
          </p:txBody>
        </p:sp>
        <p:sp>
          <p:nvSpPr>
            <p:cNvPr id="102" name="Flowchart: Off-page Connector 101">
              <a:extLst>
                <a:ext uri="{FF2B5EF4-FFF2-40B4-BE49-F238E27FC236}">
                  <a16:creationId xmlns:a16="http://schemas.microsoft.com/office/drawing/2014/main" id="{BD7A4967-8842-6EA3-91BC-51135E5E6C30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3DD914C-5807-46C9-5CB4-6E781F893CD7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51FDA66-A3F5-A2D8-3190-D85ADEE0B0C8}"/>
              </a:ext>
            </a:extLst>
          </p:cNvPr>
          <p:cNvCxnSpPr>
            <a:cxnSpLocks/>
            <a:stCxn id="70" idx="1"/>
            <a:endCxn id="86" idx="3"/>
          </p:cNvCxnSpPr>
          <p:nvPr/>
        </p:nvCxnSpPr>
        <p:spPr>
          <a:xfrm flipH="1">
            <a:off x="7464419" y="3511308"/>
            <a:ext cx="804152" cy="11090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3352A32-8D19-2176-C05B-FB07F4450EC8}"/>
              </a:ext>
            </a:extLst>
          </p:cNvPr>
          <p:cNvCxnSpPr>
            <a:cxnSpLocks/>
          </p:cNvCxnSpPr>
          <p:nvPr/>
        </p:nvCxnSpPr>
        <p:spPr>
          <a:xfrm flipV="1">
            <a:off x="3824370" y="1562242"/>
            <a:ext cx="2258963" cy="9266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4883A35-6F0A-60F6-E8C8-5B79909942C5}"/>
              </a:ext>
            </a:extLst>
          </p:cNvPr>
          <p:cNvSpPr txBox="1"/>
          <p:nvPr/>
        </p:nvSpPr>
        <p:spPr>
          <a:xfrm>
            <a:off x="4541686" y="1405271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0930EAC-F35A-80E3-250D-52200A82382C}"/>
              </a:ext>
            </a:extLst>
          </p:cNvPr>
          <p:cNvCxnSpPr>
            <a:cxnSpLocks/>
            <a:stCxn id="17" idx="0"/>
            <a:endCxn id="31" idx="2"/>
          </p:cNvCxnSpPr>
          <p:nvPr/>
        </p:nvCxnSpPr>
        <p:spPr>
          <a:xfrm flipH="1" flipV="1">
            <a:off x="3433625" y="2371351"/>
            <a:ext cx="917802" cy="19135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84D0B08-A38E-44AC-4609-1708EC216A0F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4333490" y="3125392"/>
            <a:ext cx="130639" cy="115074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C7CC13B-5B6A-3C4D-09C2-B99D95D5A532}"/>
              </a:ext>
            </a:extLst>
          </p:cNvPr>
          <p:cNvCxnSpPr>
            <a:cxnSpLocks/>
            <a:stCxn id="16" idx="1"/>
            <a:endCxn id="41" idx="2"/>
          </p:cNvCxnSpPr>
          <p:nvPr/>
        </p:nvCxnSpPr>
        <p:spPr>
          <a:xfrm flipH="1" flipV="1">
            <a:off x="2662626" y="3471695"/>
            <a:ext cx="1688801" cy="8099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5D5E0C4-BF17-5CB4-4628-E9920D169DCC}"/>
              </a:ext>
            </a:extLst>
          </p:cNvPr>
          <p:cNvCxnSpPr>
            <a:cxnSpLocks/>
            <a:stCxn id="17" idx="0"/>
            <a:endCxn id="25" idx="2"/>
          </p:cNvCxnSpPr>
          <p:nvPr/>
        </p:nvCxnSpPr>
        <p:spPr>
          <a:xfrm flipH="1" flipV="1">
            <a:off x="1451151" y="3471695"/>
            <a:ext cx="2900276" cy="81320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Flowchart: Multidocument 164">
            <a:extLst>
              <a:ext uri="{FF2B5EF4-FFF2-40B4-BE49-F238E27FC236}">
                <a16:creationId xmlns:a16="http://schemas.microsoft.com/office/drawing/2014/main" id="{F62B605B-9D9A-BA2E-1246-F28F1806A24C}"/>
              </a:ext>
            </a:extLst>
          </p:cNvPr>
          <p:cNvSpPr/>
          <p:nvPr/>
        </p:nvSpPr>
        <p:spPr>
          <a:xfrm>
            <a:off x="10166669" y="1389592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Kubernetes Profile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D25C8FE-0261-4290-94A9-96322B54AC0A}"/>
              </a:ext>
            </a:extLst>
          </p:cNvPr>
          <p:cNvCxnSpPr>
            <a:cxnSpLocks/>
          </p:cNvCxnSpPr>
          <p:nvPr/>
        </p:nvCxnSpPr>
        <p:spPr>
          <a:xfrm flipH="1" flipV="1">
            <a:off x="9790608" y="874216"/>
            <a:ext cx="45643" cy="450235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20941654-7505-4A72-5E93-978FAE2B3D18}"/>
              </a:ext>
            </a:extLst>
          </p:cNvPr>
          <p:cNvCxnSpPr>
            <a:cxnSpLocks/>
            <a:stCxn id="165" idx="1"/>
          </p:cNvCxnSpPr>
          <p:nvPr/>
        </p:nvCxnSpPr>
        <p:spPr>
          <a:xfrm flipH="1">
            <a:off x="9369881" y="1732492"/>
            <a:ext cx="796788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65320831-EBF1-8154-BF14-0821186A4102}"/>
              </a:ext>
            </a:extLst>
          </p:cNvPr>
          <p:cNvSpPr txBox="1"/>
          <p:nvPr/>
        </p:nvSpPr>
        <p:spPr>
          <a:xfrm>
            <a:off x="9523708" y="1562242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imports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3D3A74D-1DA1-9702-5A7C-2A75DFAA37D4}"/>
              </a:ext>
            </a:extLst>
          </p:cNvPr>
          <p:cNvSpPr/>
          <p:nvPr/>
        </p:nvSpPr>
        <p:spPr>
          <a:xfrm>
            <a:off x="3433625" y="2393125"/>
            <a:ext cx="2653140" cy="1165643"/>
          </a:xfrm>
          <a:custGeom>
            <a:avLst/>
            <a:gdLst>
              <a:gd name="connsiteX0" fmla="*/ 2669309 w 2669309"/>
              <a:gd name="connsiteY0" fmla="*/ 711200 h 1166549"/>
              <a:gd name="connsiteX1" fmla="*/ 1865745 w 2669309"/>
              <a:gd name="connsiteY1" fmla="*/ 1117600 h 1166549"/>
              <a:gd name="connsiteX2" fmla="*/ 960581 w 2669309"/>
              <a:gd name="connsiteY2" fmla="*/ 1034473 h 1166549"/>
              <a:gd name="connsiteX3" fmla="*/ 0 w 2669309"/>
              <a:gd name="connsiteY3" fmla="*/ 0 h 1166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9309" h="1166549">
                <a:moveTo>
                  <a:pt x="2669309" y="711200"/>
                </a:moveTo>
                <a:cubicBezTo>
                  <a:pt x="2409921" y="887460"/>
                  <a:pt x="2150533" y="1063721"/>
                  <a:pt x="1865745" y="1117600"/>
                </a:cubicBezTo>
                <a:cubicBezTo>
                  <a:pt x="1580957" y="1171479"/>
                  <a:pt x="1271538" y="1220740"/>
                  <a:pt x="960581" y="1034473"/>
                </a:cubicBezTo>
                <a:cubicBezTo>
                  <a:pt x="649624" y="848206"/>
                  <a:pt x="324812" y="424103"/>
                  <a:pt x="0" y="0"/>
                </a:cubicBezTo>
              </a:path>
            </a:pathLst>
          </a:custGeom>
          <a:ln w="19050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38F22E4-E803-19D9-3D08-A43D4FBC0814}"/>
              </a:ext>
            </a:extLst>
          </p:cNvPr>
          <p:cNvSpPr txBox="1"/>
          <p:nvPr/>
        </p:nvSpPr>
        <p:spPr>
          <a:xfrm>
            <a:off x="5112623" y="3420782"/>
            <a:ext cx="261290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 b="1" dirty="0"/>
              <a:t>maps</a:t>
            </a:r>
          </a:p>
        </p:txBody>
      </p:sp>
    </p:spTree>
    <p:extLst>
      <p:ext uri="{BB962C8B-B14F-4D97-AF65-F5344CB8AC3E}">
        <p14:creationId xmlns:p14="http://schemas.microsoft.com/office/powerpoint/2010/main" val="2020670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3A46013-6D24-3AAC-DF2B-0D14FEA022CF}"/>
              </a:ext>
            </a:extLst>
          </p:cNvPr>
          <p:cNvGrpSpPr/>
          <p:nvPr/>
        </p:nvGrpSpPr>
        <p:grpSpPr>
          <a:xfrm>
            <a:off x="1171006" y="4232457"/>
            <a:ext cx="3566125" cy="991032"/>
            <a:chOff x="860789" y="4289965"/>
            <a:chExt cx="3566125" cy="9910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2723925" y="4289965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AWSRegion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829CF0-3931-A621-680C-EF9B941C8C0E}"/>
                </a:ext>
              </a:extLst>
            </p:cNvPr>
            <p:cNvGrpSpPr/>
            <p:nvPr/>
          </p:nvGrpSpPr>
          <p:grpSpPr>
            <a:xfrm>
              <a:off x="1792357" y="4289965"/>
              <a:ext cx="771421" cy="991032"/>
              <a:chOff x="3816079" y="4223863"/>
              <a:chExt cx="771421" cy="99103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A33A85-1F93-5D96-66D3-70B1C94C1F75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AzureRegion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1F7507A-F404-BB35-01A6-D62B2F5616CF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useast2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339FCE90-7024-46D1-CB09-B07EF4A3D32F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54BC33-2392-2DBD-DACC-495B8EDF5CFA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3786FE-E4B4-D6F8-58C4-82D186C66B81}"/>
                </a:ext>
              </a:extLst>
            </p:cNvPr>
            <p:cNvGrpSpPr/>
            <p:nvPr/>
          </p:nvGrpSpPr>
          <p:grpSpPr>
            <a:xfrm>
              <a:off x="3655493" y="4289965"/>
              <a:ext cx="771421" cy="991032"/>
              <a:chOff x="3816079" y="4223863"/>
              <a:chExt cx="771421" cy="99103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C39BB7-B15F-C4A2-28E2-5DFDBB9B1C91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GKE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99EC9F4-CCAA-215A-A262-2C4633C74F87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213B8A82-09B6-B87C-F147-CF9581468687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5B7C78-B546-74DC-E4BD-E8A7F3D41D8D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860789" y="4289965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Heroku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81E700A-16D7-0EAC-9261-4F58A4131FC0}"/>
              </a:ext>
            </a:extLst>
          </p:cNvPr>
          <p:cNvGrpSpPr/>
          <p:nvPr/>
        </p:nvGrpSpPr>
        <p:grpSpPr>
          <a:xfrm>
            <a:off x="916973" y="1269330"/>
            <a:ext cx="4074193" cy="2573099"/>
            <a:chOff x="3907757" y="1209675"/>
            <a:chExt cx="4074193" cy="25730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01CFB6-52FD-F6EA-23A7-6BBD5DD8BD58}"/>
                </a:ext>
              </a:extLst>
            </p:cNvPr>
            <p:cNvGrpSpPr/>
            <p:nvPr/>
          </p:nvGrpSpPr>
          <p:grpSpPr>
            <a:xfrm>
              <a:off x="4056224" y="2437941"/>
              <a:ext cx="771421" cy="974099"/>
              <a:chOff x="3816085" y="2671396"/>
              <a:chExt cx="771421" cy="9740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154AFF-E66D-C26A-3511-384EE711853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WebUI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B8B633A-33D6-51B9-BD2D-F71276AB5A13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gui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" name="Flowchart: Off-page Connector 24">
                <a:extLst>
                  <a:ext uri="{FF2B5EF4-FFF2-40B4-BE49-F238E27FC236}">
                    <a16:creationId xmlns:a16="http://schemas.microsoft.com/office/drawing/2014/main" id="{69B68D98-14FE-97A2-487E-F7BFB744300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C39FB-6F4D-855B-3762-A6EEFA2F65E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6038698" y="1337597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Context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Analyzer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analytics</a:t>
                </a: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CAD669-DBD1-97D4-432A-98106C870BFC}"/>
                </a:ext>
              </a:extLst>
            </p:cNvPr>
            <p:cNvGrpSpPr/>
            <p:nvPr/>
          </p:nvGrpSpPr>
          <p:grpSpPr>
            <a:xfrm>
              <a:off x="7069202" y="2091638"/>
              <a:ext cx="771421" cy="974099"/>
              <a:chOff x="3816085" y="2671396"/>
              <a:chExt cx="771421" cy="97409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Database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db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EFC344-8421-8717-1968-C22F3773F849}"/>
                </a:ext>
              </a:extLst>
            </p:cNvPr>
            <p:cNvGrpSpPr/>
            <p:nvPr/>
          </p:nvGrpSpPr>
          <p:grpSpPr>
            <a:xfrm>
              <a:off x="5267699" y="2437941"/>
              <a:ext cx="771421" cy="974099"/>
              <a:chOff x="3816085" y="2671396"/>
              <a:chExt cx="771421" cy="97409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FC7F0BC-E9B1-F6F8-F0B0-91EF7BABF4D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49F8877-D641-9DA3-6E32-F1200C81A93C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1" name="Flowchart: Off-page Connector 40">
                <a:extLst>
                  <a:ext uri="{FF2B5EF4-FFF2-40B4-BE49-F238E27FC236}">
                    <a16:creationId xmlns:a16="http://schemas.microsoft.com/office/drawing/2014/main" id="{21976103-1A4B-58D8-0DAE-023930197B1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FCB50C-2E13-56DA-2339-872944ED9FBD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C85E05-CF57-09C2-CC1B-EB01875E339B}"/>
                </a:ext>
              </a:extLst>
            </p:cNvPr>
            <p:cNvCxnSpPr>
              <a:cxnSpLocks/>
              <a:stCxn id="24" idx="3"/>
              <a:endCxn id="40" idx="1"/>
            </p:cNvCxnSpPr>
            <p:nvPr/>
          </p:nvCxnSpPr>
          <p:spPr>
            <a:xfrm>
              <a:off x="4827644" y="2845680"/>
              <a:ext cx="4400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926729B-1F17-953C-690B-36A01C633F3B}"/>
                </a:ext>
              </a:extLst>
            </p:cNvPr>
            <p:cNvCxnSpPr>
              <a:cxnSpLocks/>
              <a:stCxn id="40" idx="0"/>
              <a:endCxn id="30" idx="1"/>
            </p:cNvCxnSpPr>
            <p:nvPr/>
          </p:nvCxnSpPr>
          <p:spPr>
            <a:xfrm flipV="1">
              <a:off x="5653409" y="1745336"/>
              <a:ext cx="385289" cy="6926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0FC1CBA-7523-CE54-0451-37E2DAA96C82}"/>
                </a:ext>
              </a:extLst>
            </p:cNvPr>
            <p:cNvCxnSpPr>
              <a:cxnSpLocks/>
              <a:stCxn id="40" idx="3"/>
              <a:endCxn id="35" idx="1"/>
            </p:cNvCxnSpPr>
            <p:nvPr/>
          </p:nvCxnSpPr>
          <p:spPr>
            <a:xfrm flipV="1">
              <a:off x="6039119" y="2499377"/>
              <a:ext cx="1030083" cy="3463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982F1B-A94B-56AD-4CA9-0AEC20BE8046}"/>
                </a:ext>
              </a:extLst>
            </p:cNvPr>
            <p:cNvCxnSpPr>
              <a:cxnSpLocks/>
              <a:stCxn id="29" idx="3"/>
              <a:endCxn id="35" idx="0"/>
            </p:cNvCxnSpPr>
            <p:nvPr/>
          </p:nvCxnSpPr>
          <p:spPr>
            <a:xfrm>
              <a:off x="6810119" y="1717363"/>
              <a:ext cx="644793" cy="374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1E5E651-658C-B0E0-B12D-E74D7799624C}"/>
                </a:ext>
              </a:extLst>
            </p:cNvPr>
            <p:cNvSpPr/>
            <p:nvPr/>
          </p:nvSpPr>
          <p:spPr>
            <a:xfrm>
              <a:off x="3907757" y="1209675"/>
              <a:ext cx="4074193" cy="2573099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Personal Assistant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4AC3614-5BF8-E474-E8DC-A8D98100C602}"/>
              </a:ext>
            </a:extLst>
          </p:cNvPr>
          <p:cNvCxnSpPr>
            <a:cxnSpLocks/>
          </p:cNvCxnSpPr>
          <p:nvPr/>
        </p:nvCxnSpPr>
        <p:spPr>
          <a:xfrm>
            <a:off x="601394" y="4046114"/>
            <a:ext cx="470535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0930EAC-F35A-80E3-250D-52200A82382C}"/>
              </a:ext>
            </a:extLst>
          </p:cNvPr>
          <p:cNvCxnSpPr>
            <a:cxnSpLocks/>
            <a:stCxn id="5" idx="0"/>
            <a:endCxn id="31" idx="2"/>
          </p:cNvCxnSpPr>
          <p:nvPr/>
        </p:nvCxnSpPr>
        <p:spPr>
          <a:xfrm flipV="1">
            <a:off x="3419859" y="2371351"/>
            <a:ext cx="13766" cy="19135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84D0B08-A38E-44AC-4609-1708EC216A0F}"/>
              </a:ext>
            </a:extLst>
          </p:cNvPr>
          <p:cNvCxnSpPr>
            <a:cxnSpLocks/>
            <a:stCxn id="5" idx="0"/>
            <a:endCxn id="36" idx="2"/>
          </p:cNvCxnSpPr>
          <p:nvPr/>
        </p:nvCxnSpPr>
        <p:spPr>
          <a:xfrm flipV="1">
            <a:off x="3419859" y="3125392"/>
            <a:ext cx="1044270" cy="115950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C7CC13B-5B6A-3C4D-09C2-B99D95D5A532}"/>
              </a:ext>
            </a:extLst>
          </p:cNvPr>
          <p:cNvCxnSpPr>
            <a:cxnSpLocks/>
            <a:stCxn id="4" idx="1"/>
            <a:endCxn id="41" idx="2"/>
          </p:cNvCxnSpPr>
          <p:nvPr/>
        </p:nvCxnSpPr>
        <p:spPr>
          <a:xfrm flipH="1" flipV="1">
            <a:off x="2662626" y="3471695"/>
            <a:ext cx="757233" cy="8099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5D5E0C4-BF17-5CB4-4628-E9920D169DCC}"/>
              </a:ext>
            </a:extLst>
          </p:cNvPr>
          <p:cNvCxnSpPr>
            <a:cxnSpLocks/>
            <a:stCxn id="4" idx="1"/>
            <a:endCxn id="25" idx="2"/>
          </p:cNvCxnSpPr>
          <p:nvPr/>
        </p:nvCxnSpPr>
        <p:spPr>
          <a:xfrm flipH="1" flipV="1">
            <a:off x="1451151" y="3471695"/>
            <a:ext cx="1968708" cy="8099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218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3A46013-6D24-3AAC-DF2B-0D14FEA022CF}"/>
              </a:ext>
            </a:extLst>
          </p:cNvPr>
          <p:cNvGrpSpPr/>
          <p:nvPr/>
        </p:nvGrpSpPr>
        <p:grpSpPr>
          <a:xfrm>
            <a:off x="1171006" y="4232457"/>
            <a:ext cx="3566125" cy="991032"/>
            <a:chOff x="860789" y="4289965"/>
            <a:chExt cx="3566125" cy="9910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2723925" y="4289965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AWSRegion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829CF0-3931-A621-680C-EF9B941C8C0E}"/>
                </a:ext>
              </a:extLst>
            </p:cNvPr>
            <p:cNvGrpSpPr/>
            <p:nvPr/>
          </p:nvGrpSpPr>
          <p:grpSpPr>
            <a:xfrm>
              <a:off x="1792357" y="4289965"/>
              <a:ext cx="771421" cy="991032"/>
              <a:chOff x="3816079" y="4223863"/>
              <a:chExt cx="771421" cy="99103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A33A85-1F93-5D96-66D3-70B1C94C1F75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AzureRegion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1F7507A-F404-BB35-01A6-D62B2F5616CF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useast2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339FCE90-7024-46D1-CB09-B07EF4A3D32F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54BC33-2392-2DBD-DACC-495B8EDF5CFA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3786FE-E4B4-D6F8-58C4-82D186C66B81}"/>
                </a:ext>
              </a:extLst>
            </p:cNvPr>
            <p:cNvGrpSpPr/>
            <p:nvPr/>
          </p:nvGrpSpPr>
          <p:grpSpPr>
            <a:xfrm>
              <a:off x="3655493" y="4289965"/>
              <a:ext cx="771421" cy="991032"/>
              <a:chOff x="3816079" y="4223863"/>
              <a:chExt cx="771421" cy="99103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C39BB7-B15F-C4A2-28E2-5DFDBB9B1C91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GKE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99EC9F4-CCAA-215A-A262-2C4633C74F87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213B8A82-09B6-B87C-F147-CF9581468687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5B7C78-B546-74DC-E4BD-E8A7F3D41D8D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860789" y="4289965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Heroku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81E700A-16D7-0EAC-9261-4F58A4131FC0}"/>
              </a:ext>
            </a:extLst>
          </p:cNvPr>
          <p:cNvGrpSpPr/>
          <p:nvPr/>
        </p:nvGrpSpPr>
        <p:grpSpPr>
          <a:xfrm>
            <a:off x="916973" y="1269330"/>
            <a:ext cx="4074193" cy="2573099"/>
            <a:chOff x="3907757" y="1209675"/>
            <a:chExt cx="4074193" cy="25730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01CFB6-52FD-F6EA-23A7-6BBD5DD8BD58}"/>
                </a:ext>
              </a:extLst>
            </p:cNvPr>
            <p:cNvGrpSpPr/>
            <p:nvPr/>
          </p:nvGrpSpPr>
          <p:grpSpPr>
            <a:xfrm>
              <a:off x="4056224" y="2437941"/>
              <a:ext cx="771421" cy="974099"/>
              <a:chOff x="3816085" y="2671396"/>
              <a:chExt cx="771421" cy="9740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154AFF-E66D-C26A-3511-384EE711853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WebUI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B8B633A-33D6-51B9-BD2D-F71276AB5A13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gui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" name="Flowchart: Off-page Connector 24">
                <a:extLst>
                  <a:ext uri="{FF2B5EF4-FFF2-40B4-BE49-F238E27FC236}">
                    <a16:creationId xmlns:a16="http://schemas.microsoft.com/office/drawing/2014/main" id="{69B68D98-14FE-97A2-487E-F7BFB744300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0C39FB-6F4D-855B-3762-A6EEFA2F65E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6038698" y="1337597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Context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Analyzer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analytics</a:t>
                </a: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CAD669-DBD1-97D4-432A-98106C870BFC}"/>
                </a:ext>
              </a:extLst>
            </p:cNvPr>
            <p:cNvGrpSpPr/>
            <p:nvPr/>
          </p:nvGrpSpPr>
          <p:grpSpPr>
            <a:xfrm>
              <a:off x="7069202" y="2091638"/>
              <a:ext cx="771421" cy="974099"/>
              <a:chOff x="3816085" y="2671396"/>
              <a:chExt cx="771421" cy="97409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Database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db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EFC344-8421-8717-1968-C22F3773F849}"/>
                </a:ext>
              </a:extLst>
            </p:cNvPr>
            <p:cNvGrpSpPr/>
            <p:nvPr/>
          </p:nvGrpSpPr>
          <p:grpSpPr>
            <a:xfrm>
              <a:off x="5267699" y="2437941"/>
              <a:ext cx="771421" cy="974099"/>
              <a:chOff x="3816085" y="2671396"/>
              <a:chExt cx="771421" cy="97409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FC7F0BC-E9B1-F6F8-F0B0-91EF7BABF4D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49F8877-D641-9DA3-6E32-F1200C81A93C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assistant</a:t>
                </a:r>
              </a:p>
            </p:txBody>
          </p:sp>
          <p:sp>
            <p:nvSpPr>
              <p:cNvPr id="41" name="Flowchart: Off-page Connector 40">
                <a:extLst>
                  <a:ext uri="{FF2B5EF4-FFF2-40B4-BE49-F238E27FC236}">
                    <a16:creationId xmlns:a16="http://schemas.microsoft.com/office/drawing/2014/main" id="{21976103-1A4B-58D8-0DAE-023930197B13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FCB50C-2E13-56DA-2339-872944ED9FBD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C85E05-CF57-09C2-CC1B-EB01875E339B}"/>
                </a:ext>
              </a:extLst>
            </p:cNvPr>
            <p:cNvCxnSpPr>
              <a:cxnSpLocks/>
              <a:stCxn id="24" idx="3"/>
              <a:endCxn id="40" idx="1"/>
            </p:cNvCxnSpPr>
            <p:nvPr/>
          </p:nvCxnSpPr>
          <p:spPr>
            <a:xfrm>
              <a:off x="4827644" y="2845680"/>
              <a:ext cx="4400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926729B-1F17-953C-690B-36A01C633F3B}"/>
                </a:ext>
              </a:extLst>
            </p:cNvPr>
            <p:cNvCxnSpPr>
              <a:cxnSpLocks/>
              <a:stCxn id="40" idx="0"/>
              <a:endCxn id="30" idx="1"/>
            </p:cNvCxnSpPr>
            <p:nvPr/>
          </p:nvCxnSpPr>
          <p:spPr>
            <a:xfrm flipV="1">
              <a:off x="5653409" y="1745336"/>
              <a:ext cx="385289" cy="6926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0FC1CBA-7523-CE54-0451-37E2DAA96C82}"/>
                </a:ext>
              </a:extLst>
            </p:cNvPr>
            <p:cNvCxnSpPr>
              <a:cxnSpLocks/>
              <a:stCxn id="40" idx="3"/>
              <a:endCxn id="35" idx="1"/>
            </p:cNvCxnSpPr>
            <p:nvPr/>
          </p:nvCxnSpPr>
          <p:spPr>
            <a:xfrm flipV="1">
              <a:off x="6039119" y="2499377"/>
              <a:ext cx="1030083" cy="3463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982F1B-A94B-56AD-4CA9-0AEC20BE8046}"/>
                </a:ext>
              </a:extLst>
            </p:cNvPr>
            <p:cNvCxnSpPr>
              <a:cxnSpLocks/>
              <a:stCxn id="29" idx="3"/>
              <a:endCxn id="35" idx="0"/>
            </p:cNvCxnSpPr>
            <p:nvPr/>
          </p:nvCxnSpPr>
          <p:spPr>
            <a:xfrm>
              <a:off x="6810119" y="1717363"/>
              <a:ext cx="644793" cy="374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1E5E651-658C-B0E0-B12D-E74D7799624C}"/>
                </a:ext>
              </a:extLst>
            </p:cNvPr>
            <p:cNvSpPr/>
            <p:nvPr/>
          </p:nvSpPr>
          <p:spPr>
            <a:xfrm>
              <a:off x="3907757" y="1209675"/>
              <a:ext cx="4074193" cy="2573099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Personal Assistant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4AC3614-5BF8-E474-E8DC-A8D98100C602}"/>
              </a:ext>
            </a:extLst>
          </p:cNvPr>
          <p:cNvCxnSpPr>
            <a:cxnSpLocks/>
          </p:cNvCxnSpPr>
          <p:nvPr/>
        </p:nvCxnSpPr>
        <p:spPr>
          <a:xfrm>
            <a:off x="601394" y="4046114"/>
            <a:ext cx="470535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9298EA-F1BE-B57B-E0E2-0094F26C540F}"/>
              </a:ext>
            </a:extLst>
          </p:cNvPr>
          <p:cNvCxnSpPr>
            <a:cxnSpLocks/>
          </p:cNvCxnSpPr>
          <p:nvPr/>
        </p:nvCxnSpPr>
        <p:spPr>
          <a:xfrm flipH="1" flipV="1">
            <a:off x="5538023" y="874216"/>
            <a:ext cx="45643" cy="450235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50991F2-0FBC-324A-0B82-ECCF44044B09}"/>
              </a:ext>
            </a:extLst>
          </p:cNvPr>
          <p:cNvGrpSpPr/>
          <p:nvPr/>
        </p:nvGrpSpPr>
        <p:grpSpPr>
          <a:xfrm>
            <a:off x="8261236" y="1022333"/>
            <a:ext cx="771421" cy="974099"/>
            <a:chOff x="3816085" y="2671396"/>
            <a:chExt cx="771421" cy="97409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DA9E7D6-765E-F5D7-4344-1CE8BEFBD05A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Location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</a:rPr>
                <a:t>Tracker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BBDF769A-1692-16AA-D4CD-5914281CA393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locator</a:t>
              </a:r>
            </a:p>
          </p:txBody>
        </p:sp>
        <p:sp>
          <p:nvSpPr>
            <p:cNvPr id="75" name="Flowchart: Off-page Connector 74">
              <a:extLst>
                <a:ext uri="{FF2B5EF4-FFF2-40B4-BE49-F238E27FC236}">
                  <a16:creationId xmlns:a16="http://schemas.microsoft.com/office/drawing/2014/main" id="{C6654B9B-73FD-2792-A43B-678418487AEB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A4AE2AA-B10A-41B4-CA96-16440569CCB8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5BDAD2-03B9-58D7-A026-6E4D09F57861}"/>
              </a:ext>
            </a:extLst>
          </p:cNvPr>
          <p:cNvGrpSpPr/>
          <p:nvPr/>
        </p:nvGrpSpPr>
        <p:grpSpPr>
          <a:xfrm>
            <a:off x="7581454" y="2487639"/>
            <a:ext cx="771421" cy="974099"/>
            <a:chOff x="3816085" y="2671396"/>
            <a:chExt cx="771421" cy="9740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D57471-A254-4DE4-6CC2-062F38F26A00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Context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</a:rPr>
                <a:t>Creator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ED70BE87-77F7-89C6-E2FA-3C9FC672FAC6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67" name="Flowchart: Off-page Connector 66">
              <a:extLst>
                <a:ext uri="{FF2B5EF4-FFF2-40B4-BE49-F238E27FC236}">
                  <a16:creationId xmlns:a16="http://schemas.microsoft.com/office/drawing/2014/main" id="{3A2B11B3-EB5B-DE90-A13D-E61EF214A092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173FF02-0783-5707-250B-E57C0057F5B0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24676E8-0B24-610E-D2EC-55795458D4C9}"/>
              </a:ext>
            </a:extLst>
          </p:cNvPr>
          <p:cNvCxnSpPr>
            <a:cxnSpLocks/>
            <a:stCxn id="101" idx="3"/>
            <a:endCxn id="66" idx="0"/>
          </p:cNvCxnSpPr>
          <p:nvPr/>
        </p:nvCxnSpPr>
        <p:spPr>
          <a:xfrm>
            <a:off x="7038634" y="2158808"/>
            <a:ext cx="928530" cy="328831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7B4DB96-5446-CA8A-1226-9092DA60B8C5}"/>
              </a:ext>
            </a:extLst>
          </p:cNvPr>
          <p:cNvCxnSpPr>
            <a:cxnSpLocks/>
            <a:stCxn id="66" idx="0"/>
          </p:cNvCxnSpPr>
          <p:nvPr/>
        </p:nvCxnSpPr>
        <p:spPr>
          <a:xfrm flipH="1" flipV="1">
            <a:off x="7829511" y="1836941"/>
            <a:ext cx="137653" cy="6506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4BF38B8-24F3-02F6-B861-7416206D6152}"/>
              </a:ext>
            </a:extLst>
          </p:cNvPr>
          <p:cNvCxnSpPr>
            <a:cxnSpLocks/>
            <a:endCxn id="66" idx="0"/>
          </p:cNvCxnSpPr>
          <p:nvPr/>
        </p:nvCxnSpPr>
        <p:spPr>
          <a:xfrm flipH="1">
            <a:off x="7967164" y="1812047"/>
            <a:ext cx="301406" cy="67559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1392933-CBFC-0F82-BA24-06BBD1BAF3C1}"/>
              </a:ext>
            </a:extLst>
          </p:cNvPr>
          <p:cNvSpPr/>
          <p:nvPr/>
        </p:nvSpPr>
        <p:spPr>
          <a:xfrm>
            <a:off x="6083333" y="855901"/>
            <a:ext cx="3297441" cy="2764754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en-US" sz="1100" dirty="0">
                <a:solidFill>
                  <a:schemeClr val="tx1"/>
                </a:solidFill>
              </a:rPr>
              <a:t>AWS</a:t>
            </a:r>
          </a:p>
          <a:p>
            <a:pPr algn="r"/>
            <a:r>
              <a:rPr lang="en-US" sz="1100" dirty="0">
                <a:solidFill>
                  <a:schemeClr val="tx1"/>
                </a:solidFill>
              </a:rPr>
              <a:t>Context</a:t>
            </a:r>
          </a:p>
          <a:p>
            <a:pPr algn="r"/>
            <a:r>
              <a:rPr lang="en-US" sz="1100" dirty="0">
                <a:solidFill>
                  <a:schemeClr val="tx1"/>
                </a:solidFill>
              </a:rPr>
              <a:t>Analyzer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403E3F8-B5B8-ED80-2A96-26C69F5A0845}"/>
              </a:ext>
            </a:extLst>
          </p:cNvPr>
          <p:cNvGrpSpPr/>
          <p:nvPr/>
        </p:nvGrpSpPr>
        <p:grpSpPr>
          <a:xfrm>
            <a:off x="7152590" y="1021463"/>
            <a:ext cx="771421" cy="974099"/>
            <a:chOff x="3816085" y="2671396"/>
            <a:chExt cx="771421" cy="97409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581C6EE-4380-F53B-2A05-78EC2E18D7E9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</a:rPr>
                <a:t>Audio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Analyzer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1E54642B-A30A-58EC-0BD9-3F1B272B29A7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audio</a:t>
              </a:r>
            </a:p>
          </p:txBody>
        </p:sp>
        <p:sp>
          <p:nvSpPr>
            <p:cNvPr id="97" name="Flowchart: Off-page Connector 96">
              <a:extLst>
                <a:ext uri="{FF2B5EF4-FFF2-40B4-BE49-F238E27FC236}">
                  <a16:creationId xmlns:a16="http://schemas.microsoft.com/office/drawing/2014/main" id="{1B78CC3C-7A38-CAB7-17DB-DE94DD78E3B3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5D99D35-642D-3415-3DA9-7BE17E422A12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1A3679C-00BC-6F01-57BC-66D2943C5B4A}"/>
              </a:ext>
            </a:extLst>
          </p:cNvPr>
          <p:cNvGrpSpPr/>
          <p:nvPr/>
        </p:nvGrpSpPr>
        <p:grpSpPr>
          <a:xfrm>
            <a:off x="6267214" y="1751069"/>
            <a:ext cx="771421" cy="974099"/>
            <a:chOff x="3816085" y="2671396"/>
            <a:chExt cx="771421" cy="974099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68D1C79-7180-DA0F-5F34-70AEFDAEB6F0}"/>
                </a:ext>
              </a:extLst>
            </p:cNvPr>
            <p:cNvSpPr/>
            <p:nvPr/>
          </p:nvSpPr>
          <p:spPr>
            <a:xfrm>
              <a:off x="3816085" y="2911202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Glasses</a:t>
              </a: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2B7E1AA9-F508-D1C3-99D1-48AD6B3E1AB8}"/>
                </a:ext>
              </a:extLst>
            </p:cNvPr>
            <p:cNvSpPr/>
            <p:nvPr/>
          </p:nvSpPr>
          <p:spPr>
            <a:xfrm>
              <a:off x="3816085" y="2671396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glasses</a:t>
              </a:r>
            </a:p>
          </p:txBody>
        </p:sp>
        <p:sp>
          <p:nvSpPr>
            <p:cNvPr id="102" name="Flowchart: Off-page Connector 101">
              <a:extLst>
                <a:ext uri="{FF2B5EF4-FFF2-40B4-BE49-F238E27FC236}">
                  <a16:creationId xmlns:a16="http://schemas.microsoft.com/office/drawing/2014/main" id="{BD7A4967-8842-6EA3-91BC-51135E5E6C30}"/>
                </a:ext>
              </a:extLst>
            </p:cNvPr>
            <p:cNvSpPr/>
            <p:nvPr/>
          </p:nvSpPr>
          <p:spPr>
            <a:xfrm>
              <a:off x="3968530" y="3365576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3DD914C-5807-46C9-5CB4-6E781F893CD7}"/>
                </a:ext>
              </a:extLst>
            </p:cNvPr>
            <p:cNvSpPr txBox="1"/>
            <p:nvPr/>
          </p:nvSpPr>
          <p:spPr>
            <a:xfrm>
              <a:off x="3995649" y="338242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3352A32-8D19-2176-C05B-FB07F4450EC8}"/>
              </a:ext>
            </a:extLst>
          </p:cNvPr>
          <p:cNvCxnSpPr>
            <a:cxnSpLocks/>
          </p:cNvCxnSpPr>
          <p:nvPr/>
        </p:nvCxnSpPr>
        <p:spPr>
          <a:xfrm flipV="1">
            <a:off x="3824370" y="1562242"/>
            <a:ext cx="2258963" cy="9266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4883A35-6F0A-60F6-E8C8-5B79909942C5}"/>
              </a:ext>
            </a:extLst>
          </p:cNvPr>
          <p:cNvSpPr txBox="1"/>
          <p:nvPr/>
        </p:nvSpPr>
        <p:spPr>
          <a:xfrm>
            <a:off x="4541686" y="1405271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0930EAC-F35A-80E3-250D-52200A82382C}"/>
              </a:ext>
            </a:extLst>
          </p:cNvPr>
          <p:cNvCxnSpPr>
            <a:cxnSpLocks/>
            <a:stCxn id="5" idx="0"/>
            <a:endCxn id="31" idx="2"/>
          </p:cNvCxnSpPr>
          <p:nvPr/>
        </p:nvCxnSpPr>
        <p:spPr>
          <a:xfrm flipV="1">
            <a:off x="3419859" y="2371351"/>
            <a:ext cx="13766" cy="191354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84D0B08-A38E-44AC-4609-1708EC216A0F}"/>
              </a:ext>
            </a:extLst>
          </p:cNvPr>
          <p:cNvCxnSpPr>
            <a:cxnSpLocks/>
            <a:stCxn id="5" idx="0"/>
            <a:endCxn id="36" idx="2"/>
          </p:cNvCxnSpPr>
          <p:nvPr/>
        </p:nvCxnSpPr>
        <p:spPr>
          <a:xfrm flipV="1">
            <a:off x="3419859" y="3125392"/>
            <a:ext cx="1044270" cy="115950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C7CC13B-5B6A-3C4D-09C2-B99D95D5A532}"/>
              </a:ext>
            </a:extLst>
          </p:cNvPr>
          <p:cNvCxnSpPr>
            <a:cxnSpLocks/>
            <a:stCxn id="4" idx="1"/>
            <a:endCxn id="41" idx="2"/>
          </p:cNvCxnSpPr>
          <p:nvPr/>
        </p:nvCxnSpPr>
        <p:spPr>
          <a:xfrm flipH="1" flipV="1">
            <a:off x="2662626" y="3471695"/>
            <a:ext cx="757233" cy="8099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5D5E0C4-BF17-5CB4-4628-E9920D169DCC}"/>
              </a:ext>
            </a:extLst>
          </p:cNvPr>
          <p:cNvCxnSpPr>
            <a:cxnSpLocks/>
            <a:stCxn id="4" idx="1"/>
            <a:endCxn id="25" idx="2"/>
          </p:cNvCxnSpPr>
          <p:nvPr/>
        </p:nvCxnSpPr>
        <p:spPr>
          <a:xfrm flipH="1" flipV="1">
            <a:off x="1451151" y="3471695"/>
            <a:ext cx="1968708" cy="8099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Flowchart: Multidocument 164">
            <a:extLst>
              <a:ext uri="{FF2B5EF4-FFF2-40B4-BE49-F238E27FC236}">
                <a16:creationId xmlns:a16="http://schemas.microsoft.com/office/drawing/2014/main" id="{F62B605B-9D9A-BA2E-1246-F28F1806A24C}"/>
              </a:ext>
            </a:extLst>
          </p:cNvPr>
          <p:cNvSpPr/>
          <p:nvPr/>
        </p:nvSpPr>
        <p:spPr>
          <a:xfrm>
            <a:off x="10166669" y="1389592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AWS</a:t>
            </a:r>
          </a:p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D25C8FE-0261-4290-94A9-96322B54AC0A}"/>
              </a:ext>
            </a:extLst>
          </p:cNvPr>
          <p:cNvCxnSpPr>
            <a:cxnSpLocks/>
          </p:cNvCxnSpPr>
          <p:nvPr/>
        </p:nvCxnSpPr>
        <p:spPr>
          <a:xfrm flipH="1" flipV="1">
            <a:off x="9790608" y="874216"/>
            <a:ext cx="45643" cy="450235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20941654-7505-4A72-5E93-978FAE2B3D18}"/>
              </a:ext>
            </a:extLst>
          </p:cNvPr>
          <p:cNvCxnSpPr>
            <a:cxnSpLocks/>
            <a:stCxn id="165" idx="1"/>
          </p:cNvCxnSpPr>
          <p:nvPr/>
        </p:nvCxnSpPr>
        <p:spPr>
          <a:xfrm flipH="1">
            <a:off x="9369881" y="1732492"/>
            <a:ext cx="796788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65320831-EBF1-8154-BF14-0821186A4102}"/>
              </a:ext>
            </a:extLst>
          </p:cNvPr>
          <p:cNvSpPr txBox="1"/>
          <p:nvPr/>
        </p:nvSpPr>
        <p:spPr>
          <a:xfrm>
            <a:off x="9523708" y="1562242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imports</a:t>
            </a:r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73EFE373-4735-9A20-9AC4-39BD067AFBF8}"/>
              </a:ext>
            </a:extLst>
          </p:cNvPr>
          <p:cNvSpPr/>
          <p:nvPr/>
        </p:nvSpPr>
        <p:spPr>
          <a:xfrm>
            <a:off x="3433625" y="2393125"/>
            <a:ext cx="2653140" cy="1165643"/>
          </a:xfrm>
          <a:custGeom>
            <a:avLst/>
            <a:gdLst>
              <a:gd name="connsiteX0" fmla="*/ 2669309 w 2669309"/>
              <a:gd name="connsiteY0" fmla="*/ 711200 h 1166549"/>
              <a:gd name="connsiteX1" fmla="*/ 1865745 w 2669309"/>
              <a:gd name="connsiteY1" fmla="*/ 1117600 h 1166549"/>
              <a:gd name="connsiteX2" fmla="*/ 960581 w 2669309"/>
              <a:gd name="connsiteY2" fmla="*/ 1034473 h 1166549"/>
              <a:gd name="connsiteX3" fmla="*/ 0 w 2669309"/>
              <a:gd name="connsiteY3" fmla="*/ 0 h 1166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9309" h="1166549">
                <a:moveTo>
                  <a:pt x="2669309" y="711200"/>
                </a:moveTo>
                <a:cubicBezTo>
                  <a:pt x="2409921" y="887460"/>
                  <a:pt x="2150533" y="1063721"/>
                  <a:pt x="1865745" y="1117600"/>
                </a:cubicBezTo>
                <a:cubicBezTo>
                  <a:pt x="1580957" y="1171479"/>
                  <a:pt x="1271538" y="1220740"/>
                  <a:pt x="960581" y="1034473"/>
                </a:cubicBezTo>
                <a:cubicBezTo>
                  <a:pt x="649624" y="848206"/>
                  <a:pt x="324812" y="424103"/>
                  <a:pt x="0" y="0"/>
                </a:cubicBezTo>
              </a:path>
            </a:pathLst>
          </a:custGeom>
          <a:ln w="19050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F80EC0D-63F4-D0CE-7C0C-4331102F3F46}"/>
              </a:ext>
            </a:extLst>
          </p:cNvPr>
          <p:cNvSpPr txBox="1"/>
          <p:nvPr/>
        </p:nvSpPr>
        <p:spPr>
          <a:xfrm>
            <a:off x="5112623" y="3420782"/>
            <a:ext cx="261290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 b="1" dirty="0"/>
              <a:t>maps</a:t>
            </a:r>
          </a:p>
        </p:txBody>
      </p:sp>
    </p:spTree>
    <p:extLst>
      <p:ext uri="{BB962C8B-B14F-4D97-AF65-F5344CB8AC3E}">
        <p14:creationId xmlns:p14="http://schemas.microsoft.com/office/powerpoint/2010/main" val="1011588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F74D762-B5A3-7B54-4461-524A590C1349}"/>
              </a:ext>
            </a:extLst>
          </p:cNvPr>
          <p:cNvGrpSpPr/>
          <p:nvPr/>
        </p:nvGrpSpPr>
        <p:grpSpPr>
          <a:xfrm>
            <a:off x="4513025" y="2121980"/>
            <a:ext cx="3165950" cy="2614040"/>
            <a:chOff x="3554741" y="1224018"/>
            <a:chExt cx="3165950" cy="26140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AF14AF-0AC9-C02B-7F3A-BD174B03D6B9}"/>
                </a:ext>
              </a:extLst>
            </p:cNvPr>
            <p:cNvSpPr txBox="1"/>
            <p:nvPr/>
          </p:nvSpPr>
          <p:spPr>
            <a:xfrm>
              <a:off x="4838997" y="3530281"/>
              <a:ext cx="67326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Runtime</a:t>
              </a:r>
            </a:p>
            <a:p>
              <a:r>
                <a:rPr lang="en-US" dirty="0"/>
                <a:t>Environment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6E3D47-B240-8625-BD79-907C9A2F5024}"/>
                </a:ext>
              </a:extLst>
            </p:cNvPr>
            <p:cNvSpPr txBox="1"/>
            <p:nvPr/>
          </p:nvSpPr>
          <p:spPr>
            <a:xfrm>
              <a:off x="4838997" y="1224018"/>
              <a:ext cx="67326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Runtime</a:t>
              </a:r>
            </a:p>
            <a:p>
              <a:r>
                <a:rPr lang="en-US" dirty="0"/>
                <a:t>Environment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586C25-E033-E60B-56ED-6B0CF1BE1D8F}"/>
                </a:ext>
              </a:extLst>
            </p:cNvPr>
            <p:cNvSpPr txBox="1"/>
            <p:nvPr/>
          </p:nvSpPr>
          <p:spPr>
            <a:xfrm>
              <a:off x="3554741" y="2885650"/>
              <a:ext cx="700513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Management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827346-163F-EA00-4115-78725DB89C8A}"/>
                </a:ext>
              </a:extLst>
            </p:cNvPr>
            <p:cNvSpPr txBox="1"/>
            <p:nvPr/>
          </p:nvSpPr>
          <p:spPr>
            <a:xfrm>
              <a:off x="3580389" y="1837256"/>
              <a:ext cx="67486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1000" dirty="0"/>
                <a:t>Core</a:t>
              </a:r>
            </a:p>
            <a:p>
              <a:pPr algn="ctr"/>
              <a:r>
                <a:rPr lang="en-US" sz="1000" dirty="0"/>
                <a:t>Functionality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ABFA17-FAA5-3D41-19D4-49DC5AA68718}"/>
                </a:ext>
              </a:extLst>
            </p:cNvPr>
            <p:cNvSpPr txBox="1"/>
            <p:nvPr/>
          </p:nvSpPr>
          <p:spPr>
            <a:xfrm>
              <a:off x="6135595" y="2926843"/>
              <a:ext cx="419987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Security</a:t>
              </a:r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E95C2F97-BFE3-C3EE-B395-03B667E469E8}"/>
                </a:ext>
              </a:extLst>
            </p:cNvPr>
            <p:cNvSpPr/>
            <p:nvPr/>
          </p:nvSpPr>
          <p:spPr>
            <a:xfrm>
              <a:off x="4267200" y="1724973"/>
              <a:ext cx="1828800" cy="1581912"/>
            </a:xfrm>
            <a:prstGeom prst="hexagon">
              <a:avLst>
                <a:gd name="adj" fmla="val 27384"/>
                <a:gd name="vf" fmla="val 11547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4B046BA9-74BE-E637-5424-7FD01C6DD2C6}"/>
                </a:ext>
              </a:extLst>
            </p:cNvPr>
            <p:cNvSpPr/>
            <p:nvPr/>
          </p:nvSpPr>
          <p:spPr>
            <a:xfrm rot="1800000">
              <a:off x="4318684" y="1889001"/>
              <a:ext cx="329184" cy="512064"/>
            </a:xfrm>
            <a:prstGeom prst="chevron">
              <a:avLst>
                <a:gd name="adj" fmla="val 24360"/>
              </a:avLst>
            </a:prstGeom>
            <a:solidFill>
              <a:srgbClr val="8064A2">
                <a:lumMod val="60000"/>
                <a:lumOff val="40000"/>
              </a:srgbClr>
            </a:solidFill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11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6F7338BE-CB1B-7E4E-8D94-1D2FD5A03765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5745956" y="2659976"/>
              <a:ext cx="330182" cy="509519"/>
            </a:xfrm>
            <a:prstGeom prst="homePlate">
              <a:avLst>
                <a:gd name="adj" fmla="val 25001"/>
              </a:avLst>
            </a:prstGeom>
            <a:solidFill>
              <a:srgbClr val="8064A2"/>
            </a:solidFill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11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3" name="Arrow: Chevron 2">
              <a:extLst>
                <a:ext uri="{FF2B5EF4-FFF2-40B4-BE49-F238E27FC236}">
                  <a16:creationId xmlns:a16="http://schemas.microsoft.com/office/drawing/2014/main" id="{CEF36FB4-7E3D-790A-59D4-5F84839D8DD3}"/>
                </a:ext>
              </a:extLst>
            </p:cNvPr>
            <p:cNvSpPr/>
            <p:nvPr/>
          </p:nvSpPr>
          <p:spPr>
            <a:xfrm rot="5400000">
              <a:off x="5011035" y="1485952"/>
              <a:ext cx="329184" cy="512064"/>
            </a:xfrm>
            <a:prstGeom prst="chevron">
              <a:avLst>
                <a:gd name="adj" fmla="val 24360"/>
              </a:avLst>
            </a:prstGeom>
            <a:solidFill>
              <a:srgbClr val="8064A2">
                <a:lumMod val="60000"/>
                <a:lumOff val="40000"/>
              </a:srgbClr>
            </a:solidFill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11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846BF63E-1BEF-06F8-E940-C6F835AC8D0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010536" y="3063920"/>
              <a:ext cx="330182" cy="509519"/>
            </a:xfrm>
            <a:prstGeom prst="homePlate">
              <a:avLst>
                <a:gd name="adj" fmla="val 25001"/>
              </a:avLst>
            </a:prstGeom>
            <a:solidFill>
              <a:srgbClr val="8064A2"/>
            </a:solidFill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11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8681C469-77F3-DC1E-9772-B21B0DEFCA45}"/>
                </a:ext>
              </a:extLst>
            </p:cNvPr>
            <p:cNvSpPr/>
            <p:nvPr/>
          </p:nvSpPr>
          <p:spPr>
            <a:xfrm rot="9000000">
              <a:off x="5746455" y="1889001"/>
              <a:ext cx="329184" cy="512064"/>
            </a:xfrm>
            <a:prstGeom prst="chevron">
              <a:avLst>
                <a:gd name="adj" fmla="val 24360"/>
              </a:avLst>
            </a:prstGeom>
            <a:solidFill>
              <a:srgbClr val="8064A2">
                <a:lumMod val="60000"/>
                <a:lumOff val="40000"/>
              </a:srgbClr>
            </a:solidFill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11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3" name="Arrow: Pentagon 22">
              <a:extLst>
                <a:ext uri="{FF2B5EF4-FFF2-40B4-BE49-F238E27FC236}">
                  <a16:creationId xmlns:a16="http://schemas.microsoft.com/office/drawing/2014/main" id="{1995ACD3-1374-527A-6A1C-2E38EF914677}"/>
                </a:ext>
              </a:extLst>
            </p:cNvPr>
            <p:cNvSpPr>
              <a:spLocks noChangeAspect="1"/>
            </p:cNvSpPr>
            <p:nvPr/>
          </p:nvSpPr>
          <p:spPr>
            <a:xfrm rot="9000000">
              <a:off x="4318185" y="2659976"/>
              <a:ext cx="330182" cy="509519"/>
            </a:xfrm>
            <a:prstGeom prst="homePlate">
              <a:avLst>
                <a:gd name="adj" fmla="val 25001"/>
              </a:avLst>
            </a:prstGeom>
            <a:solidFill>
              <a:srgbClr val="8064A2"/>
            </a:solidFill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11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74B31CB-55E7-DB6C-6319-DE608E766ED0}"/>
                </a:ext>
              </a:extLst>
            </p:cNvPr>
            <p:cNvSpPr txBox="1"/>
            <p:nvPr/>
          </p:nvSpPr>
          <p:spPr>
            <a:xfrm>
              <a:off x="6135595" y="1918091"/>
              <a:ext cx="585096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Monitoring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5566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C166FC-2FBD-9E88-15CA-22E6FDF98AD3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5616756" y="3331998"/>
            <a:ext cx="249415" cy="85550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D067B3-94DD-863D-3326-118B3FD359F2}"/>
              </a:ext>
            </a:extLst>
          </p:cNvPr>
          <p:cNvCxnSpPr>
            <a:cxnSpLocks/>
          </p:cNvCxnSpPr>
          <p:nvPr/>
        </p:nvCxnSpPr>
        <p:spPr>
          <a:xfrm flipH="1" flipV="1">
            <a:off x="6523693" y="3175582"/>
            <a:ext cx="1425097" cy="99506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9922CC-D8E2-A54F-B6EA-BDC8F1E5EDE2}"/>
              </a:ext>
            </a:extLst>
          </p:cNvPr>
          <p:cNvCxnSpPr>
            <a:cxnSpLocks/>
            <a:stCxn id="6" idx="0"/>
            <a:endCxn id="3" idx="2"/>
          </p:cNvCxnSpPr>
          <p:nvPr/>
        </p:nvCxnSpPr>
        <p:spPr>
          <a:xfrm flipH="1" flipV="1">
            <a:off x="6099551" y="3266867"/>
            <a:ext cx="944249" cy="92063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ECE77E-5FC8-CC3C-5A4B-E1BB9C75139C}"/>
              </a:ext>
            </a:extLst>
          </p:cNvPr>
          <p:cNvCxnSpPr>
            <a:cxnSpLocks/>
          </p:cNvCxnSpPr>
          <p:nvPr/>
        </p:nvCxnSpPr>
        <p:spPr>
          <a:xfrm flipV="1">
            <a:off x="3524587" y="1587033"/>
            <a:ext cx="836251" cy="41500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1F8987-E183-D69F-7730-0A59AE600927}"/>
              </a:ext>
            </a:extLst>
          </p:cNvPr>
          <p:cNvCxnSpPr>
            <a:cxnSpLocks/>
          </p:cNvCxnSpPr>
          <p:nvPr/>
        </p:nvCxnSpPr>
        <p:spPr>
          <a:xfrm flipH="1" flipV="1">
            <a:off x="5261987" y="1469624"/>
            <a:ext cx="1044652" cy="106482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D395F2-628A-524A-A355-693E0D05D893}"/>
              </a:ext>
            </a:extLst>
          </p:cNvPr>
          <p:cNvGrpSpPr/>
          <p:nvPr/>
        </p:nvGrpSpPr>
        <p:grpSpPr>
          <a:xfrm>
            <a:off x="4260934" y="623420"/>
            <a:ext cx="1152150" cy="982296"/>
            <a:chOff x="4171829" y="1725228"/>
            <a:chExt cx="1152150" cy="982296"/>
          </a:xfrm>
        </p:grpSpPr>
        <p:sp>
          <p:nvSpPr>
            <p:cNvPr id="11" name="Flowchart: Multidocument 10">
              <a:extLst>
                <a:ext uri="{FF2B5EF4-FFF2-40B4-BE49-F238E27FC236}">
                  <a16:creationId xmlns:a16="http://schemas.microsoft.com/office/drawing/2014/main" id="{04C52AB1-DB63-400E-0C51-63BC2EB5D291}"/>
                </a:ext>
              </a:extLst>
            </p:cNvPr>
            <p:cNvSpPr/>
            <p:nvPr/>
          </p:nvSpPr>
          <p:spPr>
            <a:xfrm>
              <a:off x="4290704" y="2021724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Core Profile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9D0241-086D-AA8C-88E2-4FD64AD7E489}"/>
                </a:ext>
              </a:extLst>
            </p:cNvPr>
            <p:cNvSpPr txBox="1"/>
            <p:nvPr/>
          </p:nvSpPr>
          <p:spPr>
            <a:xfrm>
              <a:off x="4171829" y="1725228"/>
              <a:ext cx="11521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Shared Definitions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6F88148-E40C-AD8D-9713-B32590C7ED15}"/>
              </a:ext>
            </a:extLst>
          </p:cNvPr>
          <p:cNvGrpSpPr/>
          <p:nvPr/>
        </p:nvGrpSpPr>
        <p:grpSpPr>
          <a:xfrm>
            <a:off x="2567119" y="1580055"/>
            <a:ext cx="914401" cy="1122349"/>
            <a:chOff x="2537811" y="1900092"/>
            <a:chExt cx="914401" cy="1122349"/>
          </a:xfrm>
        </p:grpSpPr>
        <p:sp>
          <p:nvSpPr>
            <p:cNvPr id="2" name="Flowchart: Multidocument 1">
              <a:extLst>
                <a:ext uri="{FF2B5EF4-FFF2-40B4-BE49-F238E27FC236}">
                  <a16:creationId xmlns:a16="http://schemas.microsoft.com/office/drawing/2014/main" id="{98CF8CF5-EEE5-13D2-D8E3-EFFFB9A1AECE}"/>
                </a:ext>
              </a:extLst>
            </p:cNvPr>
            <p:cNvSpPr/>
            <p:nvPr/>
          </p:nvSpPr>
          <p:spPr>
            <a:xfrm>
              <a:off x="2537811" y="2336641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Common Profile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07067B-B010-C697-2C0E-9D285B242743}"/>
                </a:ext>
              </a:extLst>
            </p:cNvPr>
            <p:cNvSpPr txBox="1"/>
            <p:nvPr/>
          </p:nvSpPr>
          <p:spPr>
            <a:xfrm>
              <a:off x="2537811" y="1900092"/>
              <a:ext cx="9144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Abstract Definitions</a:t>
              </a:r>
            </a:p>
          </p:txBody>
        </p:sp>
      </p:grpSp>
      <p:sp>
        <p:nvSpPr>
          <p:cNvPr id="3" name="Flowchart: Multidocument 2">
            <a:extLst>
              <a:ext uri="{FF2B5EF4-FFF2-40B4-BE49-F238E27FC236}">
                <a16:creationId xmlns:a16="http://schemas.microsoft.com/office/drawing/2014/main" id="{EC009B6F-8E9E-4D22-AE73-7C93D36EF2C5}"/>
              </a:ext>
            </a:extLst>
          </p:cNvPr>
          <p:cNvSpPr/>
          <p:nvPr/>
        </p:nvSpPr>
        <p:spPr>
          <a:xfrm>
            <a:off x="5705936" y="2607038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IaaS</a:t>
            </a:r>
          </a:p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7702F9-A6DC-F401-DD1F-2D0BB0DE790E}"/>
              </a:ext>
            </a:extLst>
          </p:cNvPr>
          <p:cNvSpPr txBox="1"/>
          <p:nvPr/>
        </p:nvSpPr>
        <p:spPr>
          <a:xfrm>
            <a:off x="6416459" y="3682285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BA8348-D57F-285A-C1DC-F0F8E81DB9A2}"/>
              </a:ext>
            </a:extLst>
          </p:cNvPr>
          <p:cNvSpPr txBox="1"/>
          <p:nvPr/>
        </p:nvSpPr>
        <p:spPr>
          <a:xfrm>
            <a:off x="5548480" y="3699346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349EFD-2C17-393D-36F5-A04454845239}"/>
              </a:ext>
            </a:extLst>
          </p:cNvPr>
          <p:cNvSpPr txBox="1"/>
          <p:nvPr/>
        </p:nvSpPr>
        <p:spPr>
          <a:xfrm>
            <a:off x="5574194" y="1900092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E0F2E6-888D-91E4-4BA2-F5E05A89E5C8}"/>
              </a:ext>
            </a:extLst>
          </p:cNvPr>
          <p:cNvSpPr txBox="1"/>
          <p:nvPr/>
        </p:nvSpPr>
        <p:spPr>
          <a:xfrm>
            <a:off x="3686197" y="1753788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import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97161C-FDFB-8372-F9B2-95C4BB04F66C}"/>
              </a:ext>
            </a:extLst>
          </p:cNvPr>
          <p:cNvGrpSpPr/>
          <p:nvPr/>
        </p:nvGrpSpPr>
        <p:grpSpPr>
          <a:xfrm>
            <a:off x="4904623" y="4187500"/>
            <a:ext cx="1298452" cy="1088462"/>
            <a:chOff x="5157002" y="4582599"/>
            <a:chExt cx="1298452" cy="1088462"/>
          </a:xfrm>
        </p:grpSpPr>
        <p:sp>
          <p:nvSpPr>
            <p:cNvPr id="4" name="Flowchart: Multidocument 3">
              <a:extLst>
                <a:ext uri="{FF2B5EF4-FFF2-40B4-BE49-F238E27FC236}">
                  <a16:creationId xmlns:a16="http://schemas.microsoft.com/office/drawing/2014/main" id="{E4BD5CEF-7B3A-F6B9-5350-221ACC3B4D58}"/>
                </a:ext>
              </a:extLst>
            </p:cNvPr>
            <p:cNvSpPr/>
            <p:nvPr/>
          </p:nvSpPr>
          <p:spPr>
            <a:xfrm>
              <a:off x="5349028" y="4582599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AWS Profile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FD6490-862D-0A7E-CD7B-B77407D189B7}"/>
                </a:ext>
              </a:extLst>
            </p:cNvPr>
            <p:cNvSpPr txBox="1"/>
            <p:nvPr/>
          </p:nvSpPr>
          <p:spPr>
            <a:xfrm>
              <a:off x="5157002" y="5270951"/>
              <a:ext cx="12984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Vendor Specific  Definitions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8E28D0-9A97-6A16-8450-167396999F24}"/>
              </a:ext>
            </a:extLst>
          </p:cNvPr>
          <p:cNvGrpSpPr/>
          <p:nvPr/>
        </p:nvGrpSpPr>
        <p:grpSpPr>
          <a:xfrm>
            <a:off x="6331667" y="4187500"/>
            <a:ext cx="1298452" cy="1102765"/>
            <a:chOff x="6801099" y="4582599"/>
            <a:chExt cx="1298452" cy="1102765"/>
          </a:xfrm>
        </p:grpSpPr>
        <p:sp>
          <p:nvSpPr>
            <p:cNvPr id="6" name="Flowchart: Multidocument 5">
              <a:extLst>
                <a:ext uri="{FF2B5EF4-FFF2-40B4-BE49-F238E27FC236}">
                  <a16:creationId xmlns:a16="http://schemas.microsoft.com/office/drawing/2014/main" id="{18398E36-287B-B2FE-6BBA-7799599EA76C}"/>
                </a:ext>
              </a:extLst>
            </p:cNvPr>
            <p:cNvSpPr/>
            <p:nvPr/>
          </p:nvSpPr>
          <p:spPr>
            <a:xfrm>
              <a:off x="6993125" y="4582599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Ins="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OpenStack Profile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225E2C-6157-3B3B-93BD-E4D4A22F35A8}"/>
                </a:ext>
              </a:extLst>
            </p:cNvPr>
            <p:cNvSpPr txBox="1"/>
            <p:nvPr/>
          </p:nvSpPr>
          <p:spPr>
            <a:xfrm>
              <a:off x="6801099" y="5285254"/>
              <a:ext cx="12984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Vendor Specific  Definitions</a:t>
              </a:r>
            </a:p>
          </p:txBody>
        </p:sp>
      </p:grpSp>
      <p:sp>
        <p:nvSpPr>
          <p:cNvPr id="5" name="Flowchart: Multidocument 4">
            <a:extLst>
              <a:ext uri="{FF2B5EF4-FFF2-40B4-BE49-F238E27FC236}">
                <a16:creationId xmlns:a16="http://schemas.microsoft.com/office/drawing/2014/main" id="{9ABF8E2D-4F30-107C-C91B-38A8217A03C3}"/>
              </a:ext>
            </a:extLst>
          </p:cNvPr>
          <p:cNvSpPr/>
          <p:nvPr/>
        </p:nvSpPr>
        <p:spPr>
          <a:xfrm>
            <a:off x="7886084" y="4187500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Proxmox Profile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76762B-DE56-28B3-919B-D1AC20FD745B}"/>
              </a:ext>
            </a:extLst>
          </p:cNvPr>
          <p:cNvSpPr txBox="1"/>
          <p:nvPr/>
        </p:nvSpPr>
        <p:spPr>
          <a:xfrm>
            <a:off x="7694058" y="4890155"/>
            <a:ext cx="1298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 dirty="0"/>
              <a:t>Vendor Specific  Definitions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77B4B9-C7CA-621D-C0CB-2E3F9BDCDF8E}"/>
              </a:ext>
            </a:extLst>
          </p:cNvPr>
          <p:cNvSpPr txBox="1"/>
          <p:nvPr/>
        </p:nvSpPr>
        <p:spPr>
          <a:xfrm>
            <a:off x="7142031" y="3682285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38" name="Flowchart: Multidocument 37">
            <a:extLst>
              <a:ext uri="{FF2B5EF4-FFF2-40B4-BE49-F238E27FC236}">
                <a16:creationId xmlns:a16="http://schemas.microsoft.com/office/drawing/2014/main" id="{9037B3AE-9D04-095D-F3DB-FAFFB7F7A023}"/>
              </a:ext>
            </a:extLst>
          </p:cNvPr>
          <p:cNvSpPr/>
          <p:nvPr/>
        </p:nvSpPr>
        <p:spPr>
          <a:xfrm>
            <a:off x="7223044" y="2670500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Kubernetes Profile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4CBF4D-F78B-A125-E8AD-42DF1A336318}"/>
              </a:ext>
            </a:extLst>
          </p:cNvPr>
          <p:cNvCxnSpPr>
            <a:cxnSpLocks/>
          </p:cNvCxnSpPr>
          <p:nvPr/>
        </p:nvCxnSpPr>
        <p:spPr>
          <a:xfrm flipH="1" flipV="1">
            <a:off x="5294209" y="1406910"/>
            <a:ext cx="2024953" cy="1261038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92A4F98-22D6-686F-C297-ADE3A81BF790}"/>
              </a:ext>
            </a:extLst>
          </p:cNvPr>
          <p:cNvSpPr txBox="1"/>
          <p:nvPr/>
        </p:nvSpPr>
        <p:spPr>
          <a:xfrm>
            <a:off x="6217412" y="2016604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44" name="Flowchart: Multidocument 43">
            <a:extLst>
              <a:ext uri="{FF2B5EF4-FFF2-40B4-BE49-F238E27FC236}">
                <a16:creationId xmlns:a16="http://schemas.microsoft.com/office/drawing/2014/main" id="{8A3F6EBC-0DFC-3610-A275-75A659A41DC6}"/>
              </a:ext>
            </a:extLst>
          </p:cNvPr>
          <p:cNvSpPr/>
          <p:nvPr/>
        </p:nvSpPr>
        <p:spPr>
          <a:xfrm>
            <a:off x="762908" y="329859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Network Profile</a:t>
            </a:r>
          </a:p>
        </p:txBody>
      </p:sp>
      <p:sp>
        <p:nvSpPr>
          <p:cNvPr id="46" name="Flowchart: Multidocument 45">
            <a:extLst>
              <a:ext uri="{FF2B5EF4-FFF2-40B4-BE49-F238E27FC236}">
                <a16:creationId xmlns:a16="http://schemas.microsoft.com/office/drawing/2014/main" id="{598ADD74-89EF-BE30-020C-10C0F9B75FFF}"/>
              </a:ext>
            </a:extLst>
          </p:cNvPr>
          <p:cNvSpPr/>
          <p:nvPr/>
        </p:nvSpPr>
        <p:spPr>
          <a:xfrm>
            <a:off x="1838393" y="329859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Data</a:t>
            </a:r>
          </a:p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sp>
        <p:nvSpPr>
          <p:cNvPr id="47" name="Flowchart: Multidocument 46">
            <a:extLst>
              <a:ext uri="{FF2B5EF4-FFF2-40B4-BE49-F238E27FC236}">
                <a16:creationId xmlns:a16="http://schemas.microsoft.com/office/drawing/2014/main" id="{D8DE2728-2273-4D95-BF94-0FEC5A75C070}"/>
              </a:ext>
            </a:extLst>
          </p:cNvPr>
          <p:cNvSpPr/>
          <p:nvPr/>
        </p:nvSpPr>
        <p:spPr>
          <a:xfrm>
            <a:off x="2913878" y="329859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Application Profile</a:t>
            </a:r>
          </a:p>
        </p:txBody>
      </p:sp>
      <p:sp>
        <p:nvSpPr>
          <p:cNvPr id="48" name="Flowchart: Multidocument 47">
            <a:extLst>
              <a:ext uri="{FF2B5EF4-FFF2-40B4-BE49-F238E27FC236}">
                <a16:creationId xmlns:a16="http://schemas.microsoft.com/office/drawing/2014/main" id="{3CA9DA77-F414-8110-5A93-3AE4C50AD650}"/>
              </a:ext>
            </a:extLst>
          </p:cNvPr>
          <p:cNvSpPr/>
          <p:nvPr/>
        </p:nvSpPr>
        <p:spPr>
          <a:xfrm>
            <a:off x="3989362" y="329859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Platform</a:t>
            </a:r>
          </a:p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0B4573-CE3C-BD6E-9587-4DD17F7A37DE}"/>
              </a:ext>
            </a:extLst>
          </p:cNvPr>
          <p:cNvCxnSpPr>
            <a:cxnSpLocks/>
          </p:cNvCxnSpPr>
          <p:nvPr/>
        </p:nvCxnSpPr>
        <p:spPr>
          <a:xfrm flipV="1">
            <a:off x="1349283" y="2661356"/>
            <a:ext cx="1170130" cy="59703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D4035C2-D3BC-8141-3539-470725D5FDF2}"/>
              </a:ext>
            </a:extLst>
          </p:cNvPr>
          <p:cNvCxnSpPr>
            <a:cxnSpLocks/>
          </p:cNvCxnSpPr>
          <p:nvPr/>
        </p:nvCxnSpPr>
        <p:spPr>
          <a:xfrm flipH="1" flipV="1">
            <a:off x="3343646" y="2615636"/>
            <a:ext cx="1138391" cy="63723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5BDC8CB-7D87-5391-9539-6FEA49D8B383}"/>
              </a:ext>
            </a:extLst>
          </p:cNvPr>
          <p:cNvCxnSpPr>
            <a:cxnSpLocks/>
          </p:cNvCxnSpPr>
          <p:nvPr/>
        </p:nvCxnSpPr>
        <p:spPr>
          <a:xfrm flipV="1">
            <a:off x="2358500" y="2728173"/>
            <a:ext cx="359177" cy="54298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4B169D2-393F-1D1C-3B1B-DA37A7D7DD6B}"/>
              </a:ext>
            </a:extLst>
          </p:cNvPr>
          <p:cNvCxnSpPr>
            <a:cxnSpLocks/>
          </p:cNvCxnSpPr>
          <p:nvPr/>
        </p:nvCxnSpPr>
        <p:spPr>
          <a:xfrm flipH="1" flipV="1">
            <a:off x="3128700" y="2633924"/>
            <a:ext cx="305285" cy="62809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sp>
        <p:nvSpPr>
          <p:cNvPr id="31" name="Flowchart: Multidocument 30">
            <a:extLst>
              <a:ext uri="{FF2B5EF4-FFF2-40B4-BE49-F238E27FC236}">
                <a16:creationId xmlns:a16="http://schemas.microsoft.com/office/drawing/2014/main" id="{D725C170-C187-702F-44A5-7BCFDC47F195}"/>
              </a:ext>
            </a:extLst>
          </p:cNvPr>
          <p:cNvSpPr/>
          <p:nvPr/>
        </p:nvSpPr>
        <p:spPr>
          <a:xfrm>
            <a:off x="8274094" y="194224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Docker Profile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FA49898-C06A-B131-11D1-CC7F3D2D8C3C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5326431" y="1353801"/>
            <a:ext cx="2947663" cy="93134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960A4E3-0973-5BE6-E7C9-DFAED43F4BEA}"/>
              </a:ext>
            </a:extLst>
          </p:cNvPr>
          <p:cNvSpPr txBox="1"/>
          <p:nvPr/>
        </p:nvSpPr>
        <p:spPr>
          <a:xfrm>
            <a:off x="6996352" y="1900092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</p:spTree>
    <p:extLst>
      <p:ext uri="{BB962C8B-B14F-4D97-AF65-F5344CB8AC3E}">
        <p14:creationId xmlns:p14="http://schemas.microsoft.com/office/powerpoint/2010/main" val="317481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528</Words>
  <Application>Microsoft Office PowerPoint</Application>
  <PresentationFormat>Widescreen</PresentationFormat>
  <Paragraphs>393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Lauwers</dc:creator>
  <cp:lastModifiedBy>Chris Lauwers</cp:lastModifiedBy>
  <cp:revision>321</cp:revision>
  <dcterms:created xsi:type="dcterms:W3CDTF">2022-06-04T21:42:55Z</dcterms:created>
  <dcterms:modified xsi:type="dcterms:W3CDTF">2025-11-14T22:13:13Z</dcterms:modified>
</cp:coreProperties>
</file>