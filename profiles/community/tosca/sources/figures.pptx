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67" r:id="rId2"/>
    <p:sldId id="260" r:id="rId3"/>
    <p:sldId id="259" r:id="rId4"/>
    <p:sldId id="263" r:id="rId5"/>
    <p:sldId id="268" r:id="rId6"/>
    <p:sldId id="261" r:id="rId7"/>
    <p:sldId id="281" r:id="rId8"/>
    <p:sldId id="282" r:id="rId9"/>
    <p:sldId id="269" r:id="rId10"/>
    <p:sldId id="273" r:id="rId11"/>
    <p:sldId id="274" r:id="rId12"/>
    <p:sldId id="272" r:id="rId13"/>
    <p:sldId id="275" r:id="rId14"/>
    <p:sldId id="270" r:id="rId15"/>
    <p:sldId id="271" r:id="rId16"/>
    <p:sldId id="264" r:id="rId17"/>
    <p:sldId id="26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EAEAEA"/>
    <a:srgbClr val="FBFB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9C640-FDAB-4920-985D-AE6877D6D812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4DF4E5-B912-44DE-B266-06BCB3F681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3960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8C3E1-A7B1-C956-F89C-8B09E4BADB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78DA49-12E1-CF1E-FDF4-D3675189B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B9FBA-FC7A-F874-AC33-BF8C79716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A44DD-330B-3F0F-208E-BDA18804F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CE2EB-B4BC-DC8F-68B4-9367A3FA1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329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B28-C534-651E-F331-8A82299B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3197-8600-529E-F0BB-8240F11E5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F8C03C-36B9-45B4-F253-E7A5297BE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6AB7A3-67FF-E2AD-9F55-5FB14B465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509E6B-834C-B181-F9CC-68261548F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15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2CCC-241D-BE86-839A-9EA95EF19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2C8CD8-4E09-4E44-921D-FD7CB04247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D03FC-41CC-CB6E-D2AF-AB296AEBE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B7822-F064-F9AA-D9EB-1C932786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CA43A-1D54-EE4A-7653-63667B4EF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300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0A28-7ACF-5048-7F56-19D868FA1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75150-59E9-DEAC-E673-2815C3194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67BD2D-53EA-C43B-0379-ECDD9CD06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4754C8-979F-82D5-01FD-556F7522D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9E8CBD-5A6A-6ACC-1735-BFA016FFF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5B8A4-AACC-0D60-5503-DCFA91F3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45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181E7-6D3A-9873-B594-3896EA1B0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B74C7-134F-F4CF-03EC-CF1851E623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775916-FA14-4FB7-3AAB-A82B159EF6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00EC75-D15D-BA80-0E34-145FBA0469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A79759-6234-3F7E-C662-68B93E20F3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69E83E-6867-8470-8AAE-6D660E91F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190444-C087-2DE5-CED7-6884D33C1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8B977D-7885-7BF9-25EC-D0A6CA6B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482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D81B3-8E2E-AC33-CFFD-8EDEE867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DB6CB4-4EFF-73EF-B71A-DBEB2CCAF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B1C715-D8A2-84F0-A9AF-F01FD1FBE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3FD856-74C8-78FA-DF6C-9C4355B57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619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B73F93-8BA7-53FB-C4B7-843BC5E22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77D192-B9D6-6AFE-0EDD-495DBB6AB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3540C-CE04-2979-06FA-406378585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668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0D637-9B99-2625-AAAB-48E3FEBDE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A9AB6-907B-50AC-5408-D50278D55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4C97C4-8EDA-7370-2FBA-2A71FDF871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7ABF94-E090-6145-A2A4-6F6DFE731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17CDF5-50B2-7ADF-DE1B-73613DA66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2351A0-1A78-1E87-12A1-04822C05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310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74DD2-D95D-EF79-15E9-4B0C1E09E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D9194C-097D-7820-E38A-51CFDB2247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7941B7-C9D4-AF94-9E18-41E6171922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45AFAB-878F-62AC-CD2D-ABB8E31F4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432FF-D980-8675-8DED-C7C0A6A9A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76BA21-09A2-8C42-FDC2-DE345C127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533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37E7-834B-ABCA-23FA-CB845AD09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095CCA-D049-174F-90F5-FA6574065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9EA6A-9DD6-BBBC-85B7-03A0364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8F9A1-C128-BB73-580D-1EBE07731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F591-E89B-C846-F0DE-A206F4D18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38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240BB9-C09D-6F95-294B-30AF96DEF0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C07722-6B29-F509-1F21-D8D2DAF89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31C0ED-B600-538F-0F7F-924629906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A4059-0517-D418-4498-2008E3FDD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2CC715-50EB-FA42-EC88-F161E6533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073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AA94E6-0F41-E039-8ACB-AD520986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F567D0-041F-D6C5-C762-8CEBE58A88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891B58-DF3C-CA31-ECA6-0200F010E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88158F-7D22-4D02-A7C1-554F35EEE72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D1255-E26D-F260-274D-3A78FC0605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A45EF-47C6-4A3D-9099-BD39435DF8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199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74DE6782-6716-B7F1-9475-D1AB6CBEA9E9}"/>
              </a:ext>
            </a:extLst>
          </p:cNvPr>
          <p:cNvGrpSpPr/>
          <p:nvPr/>
        </p:nvGrpSpPr>
        <p:grpSpPr>
          <a:xfrm>
            <a:off x="3321833" y="2435149"/>
            <a:ext cx="5070234" cy="1987704"/>
            <a:chOff x="3293551" y="2435149"/>
            <a:chExt cx="5604899" cy="1987704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4FE27A6-DF26-D324-FCE5-E7B25E68038F}"/>
                </a:ext>
              </a:extLst>
            </p:cNvPr>
            <p:cNvCxnSpPr>
              <a:cxnSpLocks/>
            </p:cNvCxnSpPr>
            <p:nvPr/>
          </p:nvCxnSpPr>
          <p:spPr>
            <a:xfrm>
              <a:off x="3304483" y="3760285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4179A0B-2ED5-5342-D11F-DAB511F1284C}"/>
                </a:ext>
              </a:extLst>
            </p:cNvPr>
            <p:cNvCxnSpPr>
              <a:cxnSpLocks/>
            </p:cNvCxnSpPr>
            <p:nvPr/>
          </p:nvCxnSpPr>
          <p:spPr>
            <a:xfrm>
              <a:off x="3294240" y="4422853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ECF3917-E963-4B61-1661-E274B8C91799}"/>
                </a:ext>
              </a:extLst>
            </p:cNvPr>
            <p:cNvCxnSpPr>
              <a:cxnSpLocks/>
            </p:cNvCxnSpPr>
            <p:nvPr/>
          </p:nvCxnSpPr>
          <p:spPr>
            <a:xfrm>
              <a:off x="3293551" y="2435149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0CED42-205E-5F6F-2F8C-BCADEC76286B}"/>
                </a:ext>
              </a:extLst>
            </p:cNvPr>
            <p:cNvCxnSpPr>
              <a:cxnSpLocks/>
            </p:cNvCxnSpPr>
            <p:nvPr/>
          </p:nvCxnSpPr>
          <p:spPr>
            <a:xfrm>
              <a:off x="3305571" y="3097717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9A82D4F-93BF-3D97-4FD7-1E1E9611A5E1}"/>
              </a:ext>
            </a:extLst>
          </p:cNvPr>
          <p:cNvSpPr txBox="1"/>
          <p:nvPr/>
        </p:nvSpPr>
        <p:spPr>
          <a:xfrm>
            <a:off x="3321832" y="1965366"/>
            <a:ext cx="1012457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/>
          <a:p>
            <a:pPr>
              <a:defRPr/>
            </a:pPr>
            <a:r>
              <a:rPr lang="en-US" sz="1100" dirty="0">
                <a:solidFill>
                  <a:prstClr val="black"/>
                </a:solidFill>
                <a:latin typeface="Arial"/>
              </a:rPr>
              <a:t>Business View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BCDE32-79FB-A4A2-2092-65107A9E728A}"/>
              </a:ext>
            </a:extLst>
          </p:cNvPr>
          <p:cNvSpPr/>
          <p:nvPr/>
        </p:nvSpPr>
        <p:spPr>
          <a:xfrm>
            <a:off x="4589154" y="1920985"/>
            <a:ext cx="3804560" cy="365760"/>
          </a:xfrm>
          <a:prstGeom prst="rect">
            <a:avLst/>
          </a:prstGeom>
          <a:solidFill>
            <a:srgbClr val="8064A2">
              <a:lumMod val="75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SLAs, Processes, Guidelines, and 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C0EA58-0113-3D31-C71D-77BACAE283FE}"/>
              </a:ext>
            </a:extLst>
          </p:cNvPr>
          <p:cNvSpPr txBox="1"/>
          <p:nvPr/>
        </p:nvSpPr>
        <p:spPr>
          <a:xfrm>
            <a:off x="3321832" y="2627934"/>
            <a:ext cx="908262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System View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66B6D1-8490-B9CD-05C2-E2CC28FF5AC6}"/>
              </a:ext>
            </a:extLst>
          </p:cNvPr>
          <p:cNvSpPr/>
          <p:nvPr/>
        </p:nvSpPr>
        <p:spPr>
          <a:xfrm>
            <a:off x="4604631" y="2583553"/>
            <a:ext cx="3787435" cy="365760"/>
          </a:xfrm>
          <a:prstGeom prst="rect">
            <a:avLst/>
          </a:prstGeom>
          <a:solidFill>
            <a:srgbClr val="8064A2"/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and Technology Independent Operation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C8776F-D315-1350-8B4C-EB4D631C132C}"/>
              </a:ext>
            </a:extLst>
          </p:cNvPr>
          <p:cNvSpPr txBox="1"/>
          <p:nvPr/>
        </p:nvSpPr>
        <p:spPr>
          <a:xfrm>
            <a:off x="3321832" y="3953070"/>
            <a:ext cx="871392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Device View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A56F5F-1B5D-44FF-C9EF-69D03B1E7AF3}"/>
              </a:ext>
            </a:extLst>
          </p:cNvPr>
          <p:cNvSpPr/>
          <p:nvPr/>
        </p:nvSpPr>
        <p:spPr>
          <a:xfrm>
            <a:off x="4625128" y="3908689"/>
            <a:ext cx="3787432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and Technology Specific Operation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DFD787-7D51-C677-FEC1-7C3084AD32CC}"/>
              </a:ext>
            </a:extLst>
          </p:cNvPr>
          <p:cNvSpPr txBox="1"/>
          <p:nvPr/>
        </p:nvSpPr>
        <p:spPr>
          <a:xfrm>
            <a:off x="3321832" y="3290502"/>
            <a:ext cx="1268937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Administrator 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628419D-B74A-C077-DC65-67769E06C381}"/>
              </a:ext>
            </a:extLst>
          </p:cNvPr>
          <p:cNvSpPr/>
          <p:nvPr/>
        </p:nvSpPr>
        <p:spPr>
          <a:xfrm>
            <a:off x="4627164" y="3246121"/>
            <a:ext cx="3787435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Independent, Technology Specific Operation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B9CA76-A5E7-C8A2-2A61-4EF35CDE76F7}"/>
              </a:ext>
            </a:extLst>
          </p:cNvPr>
          <p:cNvSpPr txBox="1"/>
          <p:nvPr/>
        </p:nvSpPr>
        <p:spPr>
          <a:xfrm>
            <a:off x="3321832" y="4615637"/>
            <a:ext cx="970779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Instance View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18050C-0688-082C-DDB1-AC7A8B5B54E6}"/>
              </a:ext>
            </a:extLst>
          </p:cNvPr>
          <p:cNvSpPr/>
          <p:nvPr/>
        </p:nvSpPr>
        <p:spPr>
          <a:xfrm>
            <a:off x="4625128" y="4571256"/>
            <a:ext cx="3787432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Specific MIBs, PIBs, CLI, etc.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46338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B20FE85-F8F3-5660-2C0F-C97174F8ECAA}"/>
              </a:ext>
            </a:extLst>
          </p:cNvPr>
          <p:cNvGrpSpPr/>
          <p:nvPr/>
        </p:nvGrpSpPr>
        <p:grpSpPr>
          <a:xfrm>
            <a:off x="4946986" y="2575123"/>
            <a:ext cx="2298029" cy="1707754"/>
            <a:chOff x="4109021" y="1620708"/>
            <a:chExt cx="2298029" cy="1707754"/>
          </a:xfrm>
        </p:grpSpPr>
        <p:sp>
          <p:nvSpPr>
            <p:cNvPr id="3" name="Web Server Tier">
              <a:extLst>
                <a:ext uri="{FF2B5EF4-FFF2-40B4-BE49-F238E27FC236}">
                  <a16:creationId xmlns:a16="http://schemas.microsoft.com/office/drawing/2014/main" id="{C1652037-C836-8518-B00F-68B63C21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0835" y="1620708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Abstract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Node Type</a:t>
              </a:r>
            </a:p>
          </p:txBody>
        </p:sp>
        <p:sp>
          <p:nvSpPr>
            <p:cNvPr id="4" name="Web Server Tier">
              <a:extLst>
                <a:ext uri="{FF2B5EF4-FFF2-40B4-BE49-F238E27FC236}">
                  <a16:creationId xmlns:a16="http://schemas.microsoft.com/office/drawing/2014/main" id="{9FA15A96-A3D2-B08F-CF14-595C0D22DC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09021" y="277982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Node Type</a:t>
              </a: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2650" y="277982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Node Type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4E8CD19-0767-2135-B5CE-83A86FFA02BA}"/>
                </a:ext>
              </a:extLst>
            </p:cNvPr>
            <p:cNvCxnSpPr>
              <a:cxnSpLocks/>
              <a:stCxn id="4" idx="0"/>
              <a:endCxn id="3" idx="2"/>
            </p:cNvCxnSpPr>
            <p:nvPr/>
          </p:nvCxnSpPr>
          <p:spPr>
            <a:xfrm flipV="1">
              <a:off x="4566221" y="2169348"/>
              <a:ext cx="691814" cy="610474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907D006-7846-6381-DD82-50E3FCD7991F}"/>
                </a:ext>
              </a:extLst>
            </p:cNvPr>
            <p:cNvCxnSpPr>
              <a:cxnSpLocks/>
              <a:stCxn id="7" idx="0"/>
              <a:endCxn id="3" idx="2"/>
            </p:cNvCxnSpPr>
            <p:nvPr/>
          </p:nvCxnSpPr>
          <p:spPr>
            <a:xfrm flipH="1" flipV="1">
              <a:off x="5258035" y="2169348"/>
              <a:ext cx="691815" cy="610474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83CE6D-5BAF-271C-9A4A-DF1599420FE6}"/>
                </a:ext>
              </a:extLst>
            </p:cNvPr>
            <p:cNvSpPr/>
            <p:nvPr/>
          </p:nvSpPr>
          <p:spPr>
            <a:xfrm>
              <a:off x="4387569" y="2359169"/>
              <a:ext cx="750526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d</a:t>
              </a:r>
              <a:r>
                <a:rPr kumimoji="0" lang="en-US" altLang="zh-CN" sz="800" i="1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erives</a:t>
              </a: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 </a:t>
              </a: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f</a:t>
              </a: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rom</a:t>
              </a:r>
              <a:endParaRPr kumimoji="0" 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023F606-D802-34A9-2EF3-5B2CAFDAC34B}"/>
                </a:ext>
              </a:extLst>
            </p:cNvPr>
            <p:cNvSpPr/>
            <p:nvPr/>
          </p:nvSpPr>
          <p:spPr>
            <a:xfrm>
              <a:off x="5377975" y="2359169"/>
              <a:ext cx="750526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derives from</a:t>
              </a:r>
              <a:endParaRPr kumimoji="0" lang="en-US" sz="80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黑体" panose="02010609060101010101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0865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8E9239B3-4664-7A6E-5097-10825005D9C1}"/>
              </a:ext>
            </a:extLst>
          </p:cNvPr>
          <p:cNvGrpSpPr/>
          <p:nvPr/>
        </p:nvGrpSpPr>
        <p:grpSpPr>
          <a:xfrm>
            <a:off x="4728322" y="2528254"/>
            <a:ext cx="2735357" cy="1801492"/>
            <a:chOff x="3900114" y="1399000"/>
            <a:chExt cx="2735357" cy="1801492"/>
          </a:xfrm>
        </p:grpSpPr>
        <p:sp>
          <p:nvSpPr>
            <p:cNvPr id="3" name="Web Server Tier">
              <a:extLst>
                <a:ext uri="{FF2B5EF4-FFF2-40B4-BE49-F238E27FC236}">
                  <a16:creationId xmlns:a16="http://schemas.microsoft.com/office/drawing/2014/main" id="{C1652037-C836-8518-B00F-68B63C21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0114" y="2025426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Abstract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Node Type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4E8CD19-0767-2135-B5CE-83A86FFA02BA}"/>
                </a:ext>
              </a:extLst>
            </p:cNvPr>
            <p:cNvCxnSpPr>
              <a:cxnSpLocks/>
              <a:stCxn id="32" idx="1"/>
              <a:endCxn id="3" idx="3"/>
            </p:cNvCxnSpPr>
            <p:nvPr/>
          </p:nvCxnSpPr>
          <p:spPr>
            <a:xfrm flipH="1" flipV="1">
              <a:off x="4814514" y="2299746"/>
              <a:ext cx="906557" cy="626426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907D006-7846-6381-DD82-50E3FCD7991F}"/>
                </a:ext>
              </a:extLst>
            </p:cNvPr>
            <p:cNvCxnSpPr>
              <a:cxnSpLocks/>
              <a:stCxn id="7" idx="1"/>
              <a:endCxn id="3" idx="3"/>
            </p:cNvCxnSpPr>
            <p:nvPr/>
          </p:nvCxnSpPr>
          <p:spPr>
            <a:xfrm flipH="1">
              <a:off x="4814514" y="1673320"/>
              <a:ext cx="906557" cy="626426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83CE6D-5BAF-271C-9A4A-DF1599420FE6}"/>
                </a:ext>
              </a:extLst>
            </p:cNvPr>
            <p:cNvSpPr/>
            <p:nvPr/>
          </p:nvSpPr>
          <p:spPr>
            <a:xfrm>
              <a:off x="4853182" y="1728757"/>
              <a:ext cx="678391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substitutes</a:t>
              </a:r>
              <a:endParaRPr kumimoji="0" 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023F606-D802-34A9-2EF3-5B2CAFDAC34B}"/>
                </a:ext>
              </a:extLst>
            </p:cNvPr>
            <p:cNvSpPr/>
            <p:nvPr/>
          </p:nvSpPr>
          <p:spPr>
            <a:xfrm>
              <a:off x="4853182" y="2639903"/>
              <a:ext cx="678391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substitutes</a:t>
              </a:r>
              <a:endParaRPr kumimoji="0" lang="en-US" sz="80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黑体" panose="02010609060101010101" pitchFamily="49" charset="-122"/>
              </a:endParaRP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1071" y="1399000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Service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Template</a:t>
              </a:r>
            </a:p>
          </p:txBody>
        </p:sp>
        <p:sp>
          <p:nvSpPr>
            <p:cNvPr id="32" name="Web Server Tier">
              <a:extLst>
                <a:ext uri="{FF2B5EF4-FFF2-40B4-BE49-F238E27FC236}">
                  <a16:creationId xmlns:a16="http://schemas.microsoft.com/office/drawing/2014/main" id="{BCD79716-F8A0-2FC8-CFC2-9BA714E257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1071" y="265185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Service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Template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1409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397218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397538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392744" y="2583553"/>
            <a:ext cx="1627721" cy="365760"/>
          </a:xfrm>
          <a:prstGeom prst="rect">
            <a:avLst/>
          </a:prstGeom>
          <a:solidFill>
            <a:srgbClr val="8064A2"/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413241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415277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886916" y="2688014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Web Server Tier">
            <a:extLst>
              <a:ext uri="{FF2B5EF4-FFF2-40B4-BE49-F238E27FC236}">
                <a16:creationId xmlns:a16="http://schemas.microsoft.com/office/drawing/2014/main" id="{2EFB6B8D-079D-3F4E-A8AD-0A18337F0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9003" y="2914836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Abstract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sp>
        <p:nvSpPr>
          <p:cNvPr id="12" name="Web Server Tier">
            <a:extLst>
              <a:ext uri="{FF2B5EF4-FFF2-40B4-BE49-F238E27FC236}">
                <a16:creationId xmlns:a16="http://schemas.microsoft.com/office/drawing/2014/main" id="{51F86743-D4AE-CF7F-C723-AAFED63B3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1238" y="3230966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Service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Template</a:t>
            </a:r>
          </a:p>
        </p:txBody>
      </p:sp>
      <p:sp>
        <p:nvSpPr>
          <p:cNvPr id="13" name="Web Server Tier">
            <a:extLst>
              <a:ext uri="{FF2B5EF4-FFF2-40B4-BE49-F238E27FC236}">
                <a16:creationId xmlns:a16="http://schemas.microsoft.com/office/drawing/2014/main" id="{F6E2EAEB-1C0B-3FBF-1738-0329E9C3CA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1238" y="2598707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Service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Template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6B6143-DF11-AB21-D0E5-CF8FB003F697}"/>
              </a:ext>
            </a:extLst>
          </p:cNvPr>
          <p:cNvCxnSpPr>
            <a:cxnSpLocks/>
            <a:stCxn id="12" idx="1"/>
            <a:endCxn id="6" idx="3"/>
          </p:cNvCxnSpPr>
          <p:nvPr/>
        </p:nvCxnSpPr>
        <p:spPr>
          <a:xfrm flipH="1" flipV="1">
            <a:off x="4752507" y="3097716"/>
            <a:ext cx="408731" cy="316130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257FDD-F02C-18EF-6C46-A62671EE8262}"/>
              </a:ext>
            </a:extLst>
          </p:cNvPr>
          <p:cNvCxnSpPr>
            <a:cxnSpLocks/>
            <a:stCxn id="13" idx="1"/>
            <a:endCxn id="6" idx="3"/>
          </p:cNvCxnSpPr>
          <p:nvPr/>
        </p:nvCxnSpPr>
        <p:spPr>
          <a:xfrm flipH="1">
            <a:off x="4752507" y="2781587"/>
            <a:ext cx="408731" cy="316129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A9CF1B3-A785-43CF-CC20-B86EEC470F65}"/>
              </a:ext>
            </a:extLst>
          </p:cNvPr>
          <p:cNvSpPr/>
          <p:nvPr/>
        </p:nvSpPr>
        <p:spPr>
          <a:xfrm>
            <a:off x="6413241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B667FD-0D5C-7807-17D2-F6AE27EA603E}"/>
              </a:ext>
            </a:extLst>
          </p:cNvPr>
          <p:cNvCxnSpPr>
            <a:cxnSpLocks/>
          </p:cNvCxnSpPr>
          <p:nvPr/>
        </p:nvCxnSpPr>
        <p:spPr>
          <a:xfrm>
            <a:off x="6413241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</p:spTree>
    <p:extLst>
      <p:ext uri="{BB962C8B-B14F-4D97-AF65-F5344CB8AC3E}">
        <p14:creationId xmlns:p14="http://schemas.microsoft.com/office/powerpoint/2010/main" val="3118641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eb Server Tier">
            <a:extLst>
              <a:ext uri="{FF2B5EF4-FFF2-40B4-BE49-F238E27FC236}">
                <a16:creationId xmlns:a16="http://schemas.microsoft.com/office/drawing/2014/main" id="{C1652037-C836-8518-B00F-68B63C216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5120" y="3257485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Abstract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sp>
        <p:nvSpPr>
          <p:cNvPr id="4" name="Web Server Tier">
            <a:extLst>
              <a:ext uri="{FF2B5EF4-FFF2-40B4-BE49-F238E27FC236}">
                <a16:creationId xmlns:a16="http://schemas.microsoft.com/office/drawing/2014/main" id="{9FA15A96-A3D2-B08F-CF14-595C0D22D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8933" y="3931258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Node Type</a:t>
            </a:r>
          </a:p>
        </p:txBody>
      </p:sp>
      <p:sp>
        <p:nvSpPr>
          <p:cNvPr id="7" name="Web Server Tier">
            <a:extLst>
              <a:ext uri="{FF2B5EF4-FFF2-40B4-BE49-F238E27FC236}">
                <a16:creationId xmlns:a16="http://schemas.microsoft.com/office/drawing/2014/main" id="{54AFEE4B-6F70-7B85-6A9A-350900D7A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1307" y="3931258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Node Type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E8CD19-0767-2135-B5CE-83A86FFA02BA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V="1">
            <a:off x="4550685" y="3623245"/>
            <a:ext cx="40618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07D006-7846-6381-DD82-50E3FCD7991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H="1" flipV="1">
            <a:off x="4956872" y="3623245"/>
            <a:ext cx="40618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297287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297607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292813" y="2583553"/>
            <a:ext cx="1627721" cy="365760"/>
          </a:xfrm>
          <a:prstGeom prst="rect">
            <a:avLst/>
          </a:prstGeom>
          <a:solidFill>
            <a:srgbClr val="8064A2"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313310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315346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786985" y="3388407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AA200-486F-F2CB-B1B0-87E1901C28B0}"/>
              </a:ext>
            </a:extLst>
          </p:cNvPr>
          <p:cNvSpPr/>
          <p:nvPr/>
        </p:nvSpPr>
        <p:spPr>
          <a:xfrm>
            <a:off x="6313310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362E1E-440C-98A5-90F0-06C24BE050F4}"/>
              </a:ext>
            </a:extLst>
          </p:cNvPr>
          <p:cNvCxnSpPr>
            <a:cxnSpLocks/>
          </p:cNvCxnSpPr>
          <p:nvPr/>
        </p:nvCxnSpPr>
        <p:spPr>
          <a:xfrm>
            <a:off x="6313310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</p:spTree>
    <p:extLst>
      <p:ext uri="{BB962C8B-B14F-4D97-AF65-F5344CB8AC3E}">
        <p14:creationId xmlns:p14="http://schemas.microsoft.com/office/powerpoint/2010/main" val="4145374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eb Server Tier">
            <a:extLst>
              <a:ext uri="{FF2B5EF4-FFF2-40B4-BE49-F238E27FC236}">
                <a16:creationId xmlns:a16="http://schemas.microsoft.com/office/drawing/2014/main" id="{C1652037-C836-8518-B00F-68B63C216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7386" y="3922501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Concrete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E8CD19-0767-2135-B5CE-83A86FFA02BA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4549138" y="4288261"/>
            <a:ext cx="154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07D006-7846-6381-DD82-50E3FCD7991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H="1" flipV="1">
            <a:off x="4549138" y="4288261"/>
            <a:ext cx="813921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297287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297607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292813" y="2583553"/>
            <a:ext cx="1627721" cy="365760"/>
          </a:xfrm>
          <a:prstGeom prst="rect">
            <a:avLst/>
          </a:prstGeom>
          <a:solidFill>
            <a:srgbClr val="8064A2"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313310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315346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  <a:alpha val="2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786985" y="4053423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AA200-486F-F2CB-B1B0-87E1901C28B0}"/>
              </a:ext>
            </a:extLst>
          </p:cNvPr>
          <p:cNvSpPr/>
          <p:nvPr/>
        </p:nvSpPr>
        <p:spPr>
          <a:xfrm>
            <a:off x="6313310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362E1E-440C-98A5-90F0-06C24BE050F4}"/>
              </a:ext>
            </a:extLst>
          </p:cNvPr>
          <p:cNvCxnSpPr>
            <a:cxnSpLocks/>
          </p:cNvCxnSpPr>
          <p:nvPr/>
        </p:nvCxnSpPr>
        <p:spPr>
          <a:xfrm>
            <a:off x="6313310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4BAC5C-107D-0732-B254-EF4E67803B2D}"/>
              </a:ext>
            </a:extLst>
          </p:cNvPr>
          <p:cNvGrpSpPr/>
          <p:nvPr/>
        </p:nvGrpSpPr>
        <p:grpSpPr>
          <a:xfrm>
            <a:off x="3433466" y="4596274"/>
            <a:ext cx="2231345" cy="365760"/>
            <a:chOff x="3433466" y="4596274"/>
            <a:chExt cx="2231345" cy="365760"/>
          </a:xfrm>
        </p:grpSpPr>
        <p:sp>
          <p:nvSpPr>
            <p:cNvPr id="4" name="Web Server Tier">
              <a:extLst>
                <a:ext uri="{FF2B5EF4-FFF2-40B4-BE49-F238E27FC236}">
                  <a16:creationId xmlns:a16="http://schemas.microsoft.com/office/drawing/2014/main" id="{9FA15A96-A3D2-B08F-CF14-595C0D22DC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8933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Ansible Type</a:t>
              </a: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307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Terraform Type</a:t>
              </a:r>
            </a:p>
          </p:txBody>
        </p:sp>
        <p:sp>
          <p:nvSpPr>
            <p:cNvPr id="9" name="Web Server Tier">
              <a:extLst>
                <a:ext uri="{FF2B5EF4-FFF2-40B4-BE49-F238E27FC236}">
                  <a16:creationId xmlns:a16="http://schemas.microsoft.com/office/drawing/2014/main" id="{0CFFFAC4-6F01-C4FF-C247-9B63FA60E1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33466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Bash Type</a:t>
              </a:r>
            </a:p>
          </p:txBody>
        </p:sp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4D44793-98B9-B178-93F2-3751AAB3F6CE}"/>
              </a:ext>
            </a:extLst>
          </p:cNvPr>
          <p:cNvCxnSpPr>
            <a:cxnSpLocks/>
            <a:stCxn id="9" idx="0"/>
            <a:endCxn id="3" idx="2"/>
          </p:cNvCxnSpPr>
          <p:nvPr/>
        </p:nvCxnSpPr>
        <p:spPr>
          <a:xfrm flipV="1">
            <a:off x="3735218" y="4288261"/>
            <a:ext cx="813920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81084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69EE4-7FE0-45F7-B471-D953590CA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FBC655D1-2A58-E33E-3355-B41C63787C39}"/>
              </a:ext>
            </a:extLst>
          </p:cNvPr>
          <p:cNvCxnSpPr>
            <a:cxnSpLocks/>
          </p:cNvCxnSpPr>
          <p:nvPr/>
        </p:nvCxnSpPr>
        <p:spPr>
          <a:xfrm>
            <a:off x="5787841" y="2160990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77890FD2-8D6E-900E-D156-CA2FD989D47E}"/>
              </a:ext>
            </a:extLst>
          </p:cNvPr>
          <p:cNvSpPr/>
          <p:nvPr/>
        </p:nvSpPr>
        <p:spPr>
          <a:xfrm>
            <a:off x="4587240" y="1298448"/>
            <a:ext cx="3017520" cy="426110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Generic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25A246BC-BFA7-39C9-5F0D-DD33D886B9C0}"/>
              </a:ext>
            </a:extLst>
          </p:cNvPr>
          <p:cNvSpPr/>
          <p:nvPr/>
        </p:nvSpPr>
        <p:spPr>
          <a:xfrm>
            <a:off x="4868525" y="2029165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88F2A918-D067-D4C2-0033-62CF6A6E550E}"/>
              </a:ext>
            </a:extLst>
          </p:cNvPr>
          <p:cNvSpPr/>
          <p:nvPr/>
        </p:nvSpPr>
        <p:spPr>
          <a:xfrm>
            <a:off x="4868525" y="1789359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1" name="Flowchart: Off-page Connector 24">
            <a:extLst>
              <a:ext uri="{FF2B5EF4-FFF2-40B4-BE49-F238E27FC236}">
                <a16:creationId xmlns:a16="http://schemas.microsoft.com/office/drawing/2014/main" id="{426B76DE-5610-D7DA-6D77-9209AFE12EAF}"/>
              </a:ext>
            </a:extLst>
          </p:cNvPr>
          <p:cNvSpPr/>
          <p:nvPr/>
        </p:nvSpPr>
        <p:spPr>
          <a:xfrm>
            <a:off x="5150382" y="2483539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EE6C18FB-5DE4-F09F-64B9-556EB6D0645D}"/>
              </a:ext>
            </a:extLst>
          </p:cNvPr>
          <p:cNvSpPr/>
          <p:nvPr/>
        </p:nvSpPr>
        <p:spPr>
          <a:xfrm>
            <a:off x="6566261" y="2035261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20F1B40B-9D2A-4055-E8D4-08916EEA285F}"/>
              </a:ext>
            </a:extLst>
          </p:cNvPr>
          <p:cNvSpPr/>
          <p:nvPr/>
        </p:nvSpPr>
        <p:spPr>
          <a:xfrm>
            <a:off x="6566261" y="1795455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20" name="Flowchart: Off-page Connector 24">
            <a:extLst>
              <a:ext uri="{FF2B5EF4-FFF2-40B4-BE49-F238E27FC236}">
                <a16:creationId xmlns:a16="http://schemas.microsoft.com/office/drawing/2014/main" id="{164A01C4-D610-9FAD-458C-43DD8228B106}"/>
              </a:ext>
            </a:extLst>
          </p:cNvPr>
          <p:cNvSpPr/>
          <p:nvPr/>
        </p:nvSpPr>
        <p:spPr>
          <a:xfrm>
            <a:off x="6848118" y="2489635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EC6F8A40-612A-8C3D-7280-288679F9D420}"/>
              </a:ext>
            </a:extLst>
          </p:cNvPr>
          <p:cNvSpPr/>
          <p:nvPr/>
        </p:nvSpPr>
        <p:spPr>
          <a:xfrm>
            <a:off x="4868524" y="3525349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Platform</a:t>
            </a:r>
          </a:p>
        </p:txBody>
      </p:sp>
      <p:sp>
        <p:nvSpPr>
          <p:cNvPr id="5" name="Rectangle: Rounded Corners 14">
            <a:extLst>
              <a:ext uri="{FF2B5EF4-FFF2-40B4-BE49-F238E27FC236}">
                <a16:creationId xmlns:a16="http://schemas.microsoft.com/office/drawing/2014/main" id="{BF27C827-02C1-A127-65D6-24375404F69F}"/>
              </a:ext>
            </a:extLst>
          </p:cNvPr>
          <p:cNvSpPr/>
          <p:nvPr/>
        </p:nvSpPr>
        <p:spPr>
          <a:xfrm>
            <a:off x="4868524" y="3294523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pPr lvl="0">
              <a:defRPr/>
            </a:pPr>
            <a:r>
              <a:rPr lang="en-US" sz="800" dirty="0">
                <a:solidFill>
                  <a:prstClr val="black"/>
                </a:solidFill>
              </a:rPr>
              <a:t>platform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Arrow: Chevron 15">
            <a:extLst>
              <a:ext uri="{FF2B5EF4-FFF2-40B4-BE49-F238E27FC236}">
                <a16:creationId xmlns:a16="http://schemas.microsoft.com/office/drawing/2014/main" id="{79746D56-F170-EBDE-66EB-CE5FC42560D9}"/>
              </a:ext>
            </a:extLst>
          </p:cNvPr>
          <p:cNvSpPr/>
          <p:nvPr/>
        </p:nvSpPr>
        <p:spPr>
          <a:xfrm rot="5400000">
            <a:off x="4960738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Arrow: Chevron 15">
            <a:extLst>
              <a:ext uri="{FF2B5EF4-FFF2-40B4-BE49-F238E27FC236}">
                <a16:creationId xmlns:a16="http://schemas.microsoft.com/office/drawing/2014/main" id="{02DBBB3F-1495-9EDC-6B8D-3CB452135A9E}"/>
              </a:ext>
            </a:extLst>
          </p:cNvPr>
          <p:cNvSpPr/>
          <p:nvPr/>
        </p:nvSpPr>
        <p:spPr>
          <a:xfrm rot="5400000">
            <a:off x="5277730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28" name="Straight Arrow Connector 45">
            <a:extLst>
              <a:ext uri="{FF2B5EF4-FFF2-40B4-BE49-F238E27FC236}">
                <a16:creationId xmlns:a16="http://schemas.microsoft.com/office/drawing/2014/main" id="{4AAE3AF0-0260-759A-C3A9-0D38E2318809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6938118" y="2759635"/>
            <a:ext cx="172348" cy="4366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77D45D50-08AA-2C98-A441-6C685F59BB26}"/>
              </a:ext>
            </a:extLst>
          </p:cNvPr>
          <p:cNvSpPr txBox="1"/>
          <p:nvPr/>
        </p:nvSpPr>
        <p:spPr>
          <a:xfrm>
            <a:off x="6555862" y="2878783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AvailableOn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04A6C246-08EE-C16D-FA4E-6542DE836D4A}"/>
              </a:ext>
            </a:extLst>
          </p:cNvPr>
          <p:cNvSpPr/>
          <p:nvPr/>
        </p:nvSpPr>
        <p:spPr>
          <a:xfrm>
            <a:off x="5583301" y="2029928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ED84C81D-6FDE-0C27-79E1-95FD83B7F868}"/>
              </a:ext>
            </a:extLst>
          </p:cNvPr>
          <p:cNvSpPr/>
          <p:nvPr/>
        </p:nvSpPr>
        <p:spPr>
          <a:xfrm rot="5400000">
            <a:off x="6429554" y="208359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80CE7F98-5859-A1AF-3743-631A9E7B62CB}"/>
              </a:ext>
            </a:extLst>
          </p:cNvPr>
          <p:cNvSpPr txBox="1"/>
          <p:nvPr/>
        </p:nvSpPr>
        <p:spPr>
          <a:xfrm>
            <a:off x="5818178" y="1957579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9E62FE42-FC37-3246-4B58-76BA904E763A}"/>
              </a:ext>
            </a:extLst>
          </p:cNvPr>
          <p:cNvSpPr/>
          <p:nvPr/>
        </p:nvSpPr>
        <p:spPr>
          <a:xfrm>
            <a:off x="6566260" y="3531310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Platform</a:t>
            </a:r>
          </a:p>
        </p:txBody>
      </p:sp>
      <p:sp>
        <p:nvSpPr>
          <p:cNvPr id="25" name="Rectangle: Rounded Corners 14">
            <a:extLst>
              <a:ext uri="{FF2B5EF4-FFF2-40B4-BE49-F238E27FC236}">
                <a16:creationId xmlns:a16="http://schemas.microsoft.com/office/drawing/2014/main" id="{853EF04B-1D2C-4EE0-974F-3B40A9642D5F}"/>
              </a:ext>
            </a:extLst>
          </p:cNvPr>
          <p:cNvSpPr/>
          <p:nvPr/>
        </p:nvSpPr>
        <p:spPr>
          <a:xfrm>
            <a:off x="6566260" y="3300484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r>
              <a:rPr lang="en-US" sz="800" dirty="0">
                <a:solidFill>
                  <a:prstClr val="black"/>
                </a:solidFill>
              </a:rPr>
              <a:t>platform</a:t>
            </a:r>
          </a:p>
        </p:txBody>
      </p:sp>
      <p:sp>
        <p:nvSpPr>
          <p:cNvPr id="26" name="Arrow: Chevron 15">
            <a:extLst>
              <a:ext uri="{FF2B5EF4-FFF2-40B4-BE49-F238E27FC236}">
                <a16:creationId xmlns:a16="http://schemas.microsoft.com/office/drawing/2014/main" id="{BB8852C4-2BA0-C328-88D8-AEC3B3B556AA}"/>
              </a:ext>
            </a:extLst>
          </p:cNvPr>
          <p:cNvSpPr/>
          <p:nvPr/>
        </p:nvSpPr>
        <p:spPr>
          <a:xfrm rot="5400000">
            <a:off x="6658474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0" name="Arrow: Chevron 15">
            <a:extLst>
              <a:ext uri="{FF2B5EF4-FFF2-40B4-BE49-F238E27FC236}">
                <a16:creationId xmlns:a16="http://schemas.microsoft.com/office/drawing/2014/main" id="{A60663FB-1B2B-56B2-E512-913A4EC8F8FE}"/>
              </a:ext>
            </a:extLst>
          </p:cNvPr>
          <p:cNvSpPr/>
          <p:nvPr/>
        </p:nvSpPr>
        <p:spPr>
          <a:xfrm rot="5400000">
            <a:off x="6975466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B42C8EF-A875-051C-D983-CAEC301E39E6}"/>
              </a:ext>
            </a:extLst>
          </p:cNvPr>
          <p:cNvGrpSpPr/>
          <p:nvPr/>
        </p:nvGrpSpPr>
        <p:grpSpPr>
          <a:xfrm>
            <a:off x="5732923" y="4489451"/>
            <a:ext cx="771421" cy="944853"/>
            <a:chOff x="5689577" y="3579964"/>
            <a:chExt cx="771421" cy="944853"/>
          </a:xfrm>
        </p:grpSpPr>
        <p:sp>
          <p:nvSpPr>
            <p:cNvPr id="39" name="Rectangle 13">
              <a:extLst>
                <a:ext uri="{FF2B5EF4-FFF2-40B4-BE49-F238E27FC236}">
                  <a16:creationId xmlns:a16="http://schemas.microsoft.com/office/drawing/2014/main" id="{D6FE7F10-D701-FE3F-2894-D5D0CA913F10}"/>
                </a:ext>
              </a:extLst>
            </p:cNvPr>
            <p:cNvSpPr/>
            <p:nvPr/>
          </p:nvSpPr>
          <p:spPr>
            <a:xfrm>
              <a:off x="5689577" y="4032525"/>
              <a:ext cx="771421" cy="2509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Network</a:t>
              </a:r>
            </a:p>
          </p:txBody>
        </p:sp>
        <p:sp>
          <p:nvSpPr>
            <p:cNvPr id="41" name="Rectangle: Rounded Corners 14">
              <a:extLst>
                <a:ext uri="{FF2B5EF4-FFF2-40B4-BE49-F238E27FC236}">
                  <a16:creationId xmlns:a16="http://schemas.microsoft.com/office/drawing/2014/main" id="{A5838CCE-AD1C-28B3-E499-B3305257C7AD}"/>
                </a:ext>
              </a:extLst>
            </p:cNvPr>
            <p:cNvSpPr/>
            <p:nvPr/>
          </p:nvSpPr>
          <p:spPr>
            <a:xfrm>
              <a:off x="5689577" y="3709338"/>
              <a:ext cx="771420" cy="815479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5720" tIns="0" bIns="9144" rtlCol="0" anchor="b" anchorCtr="0"/>
            <a:lstStyle/>
            <a:p>
              <a:pPr lvl="0">
                <a:defRPr/>
              </a:pPr>
              <a:r>
                <a:rPr lang="en-US" sz="800" dirty="0">
                  <a:solidFill>
                    <a:prstClr val="black"/>
                  </a:solidFill>
                </a:rPr>
                <a:t>network</a:t>
              </a: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2" name="Arrow: Chevron 15">
              <a:extLst>
                <a:ext uri="{FF2B5EF4-FFF2-40B4-BE49-F238E27FC236}">
                  <a16:creationId xmlns:a16="http://schemas.microsoft.com/office/drawing/2014/main" id="{63E592DE-1E5E-930E-0497-0480A53490C2}"/>
                </a:ext>
              </a:extLst>
            </p:cNvPr>
            <p:cNvSpPr/>
            <p:nvPr/>
          </p:nvSpPr>
          <p:spPr>
            <a:xfrm rot="5400000">
              <a:off x="5781791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3" name="Arrow: Chevron 15">
              <a:extLst>
                <a:ext uri="{FF2B5EF4-FFF2-40B4-BE49-F238E27FC236}">
                  <a16:creationId xmlns:a16="http://schemas.microsoft.com/office/drawing/2014/main" id="{FE41CB94-606F-E1D3-BC01-D676F7B9A8BA}"/>
                </a:ext>
              </a:extLst>
            </p:cNvPr>
            <p:cNvSpPr/>
            <p:nvPr/>
          </p:nvSpPr>
          <p:spPr>
            <a:xfrm rot="5400000">
              <a:off x="6098783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sp>
        <p:nvSpPr>
          <p:cNvPr id="44" name="Flowchart: Off-page Connector 24">
            <a:extLst>
              <a:ext uri="{FF2B5EF4-FFF2-40B4-BE49-F238E27FC236}">
                <a16:creationId xmlns:a16="http://schemas.microsoft.com/office/drawing/2014/main" id="{B98CFE2C-A657-3078-33D1-B716ABDEE7BA}"/>
              </a:ext>
            </a:extLst>
          </p:cNvPr>
          <p:cNvSpPr/>
          <p:nvPr/>
        </p:nvSpPr>
        <p:spPr>
          <a:xfrm>
            <a:off x="5164234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Flowchart: Off-page Connector 24">
            <a:extLst>
              <a:ext uri="{FF2B5EF4-FFF2-40B4-BE49-F238E27FC236}">
                <a16:creationId xmlns:a16="http://schemas.microsoft.com/office/drawing/2014/main" id="{25E7FAED-F43B-A9FB-9120-03E022625F99}"/>
              </a:ext>
            </a:extLst>
          </p:cNvPr>
          <p:cNvSpPr/>
          <p:nvPr/>
        </p:nvSpPr>
        <p:spPr>
          <a:xfrm>
            <a:off x="6861970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9" name="Straight Arrow Connector 45">
            <a:extLst>
              <a:ext uri="{FF2B5EF4-FFF2-40B4-BE49-F238E27FC236}">
                <a16:creationId xmlns:a16="http://schemas.microsoft.com/office/drawing/2014/main" id="{10293860-EDDC-D3A6-DDA1-14A11D473034}"/>
              </a:ext>
            </a:extLst>
          </p:cNvPr>
          <p:cNvCxnSpPr>
            <a:cxnSpLocks/>
            <a:stCxn id="44" idx="2"/>
            <a:endCxn id="42" idx="1"/>
          </p:cNvCxnSpPr>
          <p:nvPr/>
        </p:nvCxnSpPr>
        <p:spPr>
          <a:xfrm>
            <a:off x="5254234" y="4298417"/>
            <a:ext cx="705903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45">
            <a:extLst>
              <a:ext uri="{FF2B5EF4-FFF2-40B4-BE49-F238E27FC236}">
                <a16:creationId xmlns:a16="http://schemas.microsoft.com/office/drawing/2014/main" id="{1236C055-50E6-2974-FD4C-0DEFEC52AD6D}"/>
              </a:ext>
            </a:extLst>
          </p:cNvPr>
          <p:cNvCxnSpPr>
            <a:cxnSpLocks/>
            <a:stCxn id="48" idx="2"/>
            <a:endCxn id="43" idx="1"/>
          </p:cNvCxnSpPr>
          <p:nvPr/>
        </p:nvCxnSpPr>
        <p:spPr>
          <a:xfrm flipH="1">
            <a:off x="6277129" y="4298417"/>
            <a:ext cx="674841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asellaDiTesto 15">
            <a:extLst>
              <a:ext uri="{FF2B5EF4-FFF2-40B4-BE49-F238E27FC236}">
                <a16:creationId xmlns:a16="http://schemas.microsoft.com/office/drawing/2014/main" id="{4C10C0DE-417B-1764-C82B-A5ECC81D6369}"/>
              </a:ext>
            </a:extLst>
          </p:cNvPr>
          <p:cNvSpPr txBox="1"/>
          <p:nvPr/>
        </p:nvSpPr>
        <p:spPr>
          <a:xfrm>
            <a:off x="5240382" y="4332640"/>
            <a:ext cx="44569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sp>
        <p:nvSpPr>
          <p:cNvPr id="60" name="CasellaDiTesto 15">
            <a:extLst>
              <a:ext uri="{FF2B5EF4-FFF2-40B4-BE49-F238E27FC236}">
                <a16:creationId xmlns:a16="http://schemas.microsoft.com/office/drawing/2014/main" id="{89456A4C-2B78-DD50-E00B-530C80AFD4EB}"/>
              </a:ext>
            </a:extLst>
          </p:cNvPr>
          <p:cNvSpPr txBox="1"/>
          <p:nvPr/>
        </p:nvSpPr>
        <p:spPr>
          <a:xfrm>
            <a:off x="6284455" y="4318265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cxnSp>
        <p:nvCxnSpPr>
          <p:cNvPr id="7" name="Straight Arrow Connector 45">
            <a:extLst>
              <a:ext uri="{FF2B5EF4-FFF2-40B4-BE49-F238E27FC236}">
                <a16:creationId xmlns:a16="http://schemas.microsoft.com/office/drawing/2014/main" id="{012CEBA7-C667-AB7C-D4E3-FA4F4C8BFA59}"/>
              </a:ext>
            </a:extLst>
          </p:cNvPr>
          <p:cNvCxnSpPr>
            <a:cxnSpLocks/>
          </p:cNvCxnSpPr>
          <p:nvPr/>
        </p:nvCxnSpPr>
        <p:spPr>
          <a:xfrm flipH="1">
            <a:off x="5095738" y="2753539"/>
            <a:ext cx="144644" cy="436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A8986F7-96D6-0416-2ECC-EC987B5E7E69}"/>
              </a:ext>
            </a:extLst>
          </p:cNvPr>
          <p:cNvSpPr txBox="1"/>
          <p:nvPr/>
        </p:nvSpPr>
        <p:spPr>
          <a:xfrm>
            <a:off x="4738250" y="2859471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 err="1"/>
              <a:t>RunsOn</a:t>
            </a:r>
            <a:endParaRPr lang="it-IT" sz="900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165F92A-B131-3A2E-AEEA-BDE961ACDD8F}"/>
              </a:ext>
            </a:extLst>
          </p:cNvPr>
          <p:cNvCxnSpPr>
            <a:cxnSpLocks/>
          </p:cNvCxnSpPr>
          <p:nvPr/>
        </p:nvCxnSpPr>
        <p:spPr>
          <a:xfrm flipH="1">
            <a:off x="7603008" y="2026828"/>
            <a:ext cx="653665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Flowchart: Multidocument 1">
            <a:extLst>
              <a:ext uri="{FF2B5EF4-FFF2-40B4-BE49-F238E27FC236}">
                <a16:creationId xmlns:a16="http://schemas.microsoft.com/office/drawing/2014/main" id="{7CDE3BBE-7BEC-C455-9718-433C6C8BC9A0}"/>
              </a:ext>
            </a:extLst>
          </p:cNvPr>
          <p:cNvSpPr/>
          <p:nvPr/>
        </p:nvSpPr>
        <p:spPr>
          <a:xfrm>
            <a:off x="8263996" y="1446459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Common Profile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4D446B-BB0A-7659-8EBD-4FE634D73C92}"/>
              </a:ext>
            </a:extLst>
          </p:cNvPr>
          <p:cNvSpPr txBox="1"/>
          <p:nvPr/>
        </p:nvSpPr>
        <p:spPr>
          <a:xfrm>
            <a:off x="7696467" y="1853367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</p:spTree>
    <p:extLst>
      <p:ext uri="{BB962C8B-B14F-4D97-AF65-F5344CB8AC3E}">
        <p14:creationId xmlns:p14="http://schemas.microsoft.com/office/powerpoint/2010/main" val="462828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4EC49-5347-9AA9-556E-CD96F87AE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DEF71628-5049-BDA2-E5D9-9703FB3408F9}"/>
              </a:ext>
            </a:extLst>
          </p:cNvPr>
          <p:cNvSpPr/>
          <p:nvPr/>
        </p:nvSpPr>
        <p:spPr>
          <a:xfrm>
            <a:off x="4559424" y="1760643"/>
            <a:ext cx="3017520" cy="4575501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418DBB63-21E9-CABB-BDDE-72AA494C8DA2}"/>
              </a:ext>
            </a:extLst>
          </p:cNvPr>
          <p:cNvSpPr/>
          <p:nvPr/>
        </p:nvSpPr>
        <p:spPr>
          <a:xfrm>
            <a:off x="4840709" y="2413214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F34336D5-4517-BFF9-F903-7B2248FA1C74}"/>
              </a:ext>
            </a:extLst>
          </p:cNvPr>
          <p:cNvSpPr/>
          <p:nvPr/>
        </p:nvSpPr>
        <p:spPr>
          <a:xfrm>
            <a:off x="4840709" y="2173408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1" name="Flowchart: Off-page Connector 24">
            <a:extLst>
              <a:ext uri="{FF2B5EF4-FFF2-40B4-BE49-F238E27FC236}">
                <a16:creationId xmlns:a16="http://schemas.microsoft.com/office/drawing/2014/main" id="{E1213925-E079-6383-3620-30B52CC0EF0E}"/>
              </a:ext>
            </a:extLst>
          </p:cNvPr>
          <p:cNvSpPr/>
          <p:nvPr/>
        </p:nvSpPr>
        <p:spPr>
          <a:xfrm>
            <a:off x="5122566" y="2867588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3" name="Straight Arrow Connector 45">
            <a:extLst>
              <a:ext uri="{FF2B5EF4-FFF2-40B4-BE49-F238E27FC236}">
                <a16:creationId xmlns:a16="http://schemas.microsoft.com/office/drawing/2014/main" id="{03B9BD71-4145-61B2-9C71-E4E7A9C9BB9E}"/>
              </a:ext>
            </a:extLst>
          </p:cNvPr>
          <p:cNvCxnSpPr>
            <a:cxnSpLocks/>
            <a:stCxn id="11" idx="2"/>
            <a:endCxn id="6" idx="1"/>
          </p:cNvCxnSpPr>
          <p:nvPr/>
        </p:nvCxnSpPr>
        <p:spPr>
          <a:xfrm flipH="1">
            <a:off x="5067922" y="3137588"/>
            <a:ext cx="144644" cy="436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48F3AD40-3A35-29F2-65AE-B9A0F1BD76B3}"/>
              </a:ext>
            </a:extLst>
          </p:cNvPr>
          <p:cNvSpPr txBox="1"/>
          <p:nvPr/>
        </p:nvSpPr>
        <p:spPr>
          <a:xfrm>
            <a:off x="4710434" y="3243520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 err="1"/>
              <a:t>RunsOn</a:t>
            </a:r>
            <a:endParaRPr lang="it-IT" sz="900" dirty="0"/>
          </a:p>
        </p:txBody>
      </p:sp>
      <p:sp>
        <p:nvSpPr>
          <p:cNvPr id="17" name="Rectangle: Rounded Corners 63">
            <a:extLst>
              <a:ext uri="{FF2B5EF4-FFF2-40B4-BE49-F238E27FC236}">
                <a16:creationId xmlns:a16="http://schemas.microsoft.com/office/drawing/2014/main" id="{8F1D8FDA-8817-7E8F-A088-BD0E97EE90E5}"/>
              </a:ext>
            </a:extLst>
          </p:cNvPr>
          <p:cNvSpPr/>
          <p:nvPr/>
        </p:nvSpPr>
        <p:spPr>
          <a:xfrm>
            <a:off x="3576663" y="424687"/>
            <a:ext cx="1545903" cy="1083735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Substituting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Service Template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(Application)</a:t>
            </a:r>
          </a:p>
        </p:txBody>
      </p:sp>
      <p:cxnSp>
        <p:nvCxnSpPr>
          <p:cNvPr id="18" name="Straight Arrow Connector 134">
            <a:extLst>
              <a:ext uri="{FF2B5EF4-FFF2-40B4-BE49-F238E27FC236}">
                <a16:creationId xmlns:a16="http://schemas.microsoft.com/office/drawing/2014/main" id="{5ADCD18D-9E05-559E-8798-F4DD3D824BE6}"/>
              </a:ext>
            </a:extLst>
          </p:cNvPr>
          <p:cNvCxnSpPr>
            <a:cxnSpLocks/>
            <a:stCxn id="10" idx="0"/>
            <a:endCxn id="17" idx="2"/>
          </p:cNvCxnSpPr>
          <p:nvPr/>
        </p:nvCxnSpPr>
        <p:spPr>
          <a:xfrm flipH="1" flipV="1">
            <a:off x="4349615" y="1508422"/>
            <a:ext cx="876804" cy="664986"/>
          </a:xfrm>
          <a:prstGeom prst="straightConnector1">
            <a:avLst/>
          </a:prstGeom>
          <a:ln w="28575">
            <a:solidFill>
              <a:schemeClr val="accent2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35">
            <a:extLst>
              <a:ext uri="{FF2B5EF4-FFF2-40B4-BE49-F238E27FC236}">
                <a16:creationId xmlns:a16="http://schemas.microsoft.com/office/drawing/2014/main" id="{9BBA8697-E1A7-6079-7B6D-A95FE29A8113}"/>
              </a:ext>
            </a:extLst>
          </p:cNvPr>
          <p:cNvSpPr txBox="1"/>
          <p:nvPr/>
        </p:nvSpPr>
        <p:spPr>
          <a:xfrm>
            <a:off x="3924884" y="1641541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sp>
        <p:nvSpPr>
          <p:cNvPr id="23" name="Rectangle: Rounded Corners 63">
            <a:extLst>
              <a:ext uri="{FF2B5EF4-FFF2-40B4-BE49-F238E27FC236}">
                <a16:creationId xmlns:a16="http://schemas.microsoft.com/office/drawing/2014/main" id="{4002801D-BFF7-C1FB-2534-28C597D28530}"/>
              </a:ext>
            </a:extLst>
          </p:cNvPr>
          <p:cNvSpPr/>
          <p:nvPr/>
        </p:nvSpPr>
        <p:spPr>
          <a:xfrm>
            <a:off x="2761143" y="4771901"/>
            <a:ext cx="1545903" cy="1083735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Substituting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Service Template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(Platform)</a:t>
            </a:r>
          </a:p>
        </p:txBody>
      </p:sp>
      <p:cxnSp>
        <p:nvCxnSpPr>
          <p:cNvPr id="24" name="Straight Arrow Connector 134">
            <a:extLst>
              <a:ext uri="{FF2B5EF4-FFF2-40B4-BE49-F238E27FC236}">
                <a16:creationId xmlns:a16="http://schemas.microsoft.com/office/drawing/2014/main" id="{71074922-9B0C-E947-C5D1-D54D54ABD220}"/>
              </a:ext>
            </a:extLst>
          </p:cNvPr>
          <p:cNvCxnSpPr>
            <a:cxnSpLocks/>
            <a:stCxn id="5" idx="1"/>
            <a:endCxn id="23" idx="0"/>
          </p:cNvCxnSpPr>
          <p:nvPr/>
        </p:nvCxnSpPr>
        <p:spPr>
          <a:xfrm flipH="1">
            <a:off x="3534095" y="4086312"/>
            <a:ext cx="1306613" cy="685589"/>
          </a:xfrm>
          <a:prstGeom prst="straightConnector1">
            <a:avLst/>
          </a:prstGeom>
          <a:ln w="28575">
            <a:solidFill>
              <a:schemeClr val="accent2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135">
            <a:extLst>
              <a:ext uri="{FF2B5EF4-FFF2-40B4-BE49-F238E27FC236}">
                <a16:creationId xmlns:a16="http://schemas.microsoft.com/office/drawing/2014/main" id="{7D58991A-C1C5-666C-BF2B-CB4888FEFF63}"/>
              </a:ext>
            </a:extLst>
          </p:cNvPr>
          <p:cNvSpPr txBox="1"/>
          <p:nvPr/>
        </p:nvSpPr>
        <p:spPr>
          <a:xfrm>
            <a:off x="3843750" y="4359857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38DE2E4A-2810-ACE5-4FE9-892283D74D36}"/>
              </a:ext>
            </a:extLst>
          </p:cNvPr>
          <p:cNvSpPr/>
          <p:nvPr/>
        </p:nvSpPr>
        <p:spPr>
          <a:xfrm>
            <a:off x="6538445" y="2419310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114D6F49-751F-E8EE-570B-08CF4AA8697D}"/>
              </a:ext>
            </a:extLst>
          </p:cNvPr>
          <p:cNvSpPr/>
          <p:nvPr/>
        </p:nvSpPr>
        <p:spPr>
          <a:xfrm>
            <a:off x="6538445" y="2179504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20" name="Flowchart: Off-page Connector 24">
            <a:extLst>
              <a:ext uri="{FF2B5EF4-FFF2-40B4-BE49-F238E27FC236}">
                <a16:creationId xmlns:a16="http://schemas.microsoft.com/office/drawing/2014/main" id="{D9C11C47-CF96-60DB-5A52-0C8F9897D32C}"/>
              </a:ext>
            </a:extLst>
          </p:cNvPr>
          <p:cNvSpPr/>
          <p:nvPr/>
        </p:nvSpPr>
        <p:spPr>
          <a:xfrm>
            <a:off x="6820302" y="2873684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661FB2EF-04D1-CBEF-84E6-92252088FC92}"/>
              </a:ext>
            </a:extLst>
          </p:cNvPr>
          <p:cNvSpPr/>
          <p:nvPr/>
        </p:nvSpPr>
        <p:spPr>
          <a:xfrm>
            <a:off x="4840708" y="3909398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Platform</a:t>
            </a:r>
          </a:p>
        </p:txBody>
      </p:sp>
      <p:sp>
        <p:nvSpPr>
          <p:cNvPr id="5" name="Rectangle: Rounded Corners 14">
            <a:extLst>
              <a:ext uri="{FF2B5EF4-FFF2-40B4-BE49-F238E27FC236}">
                <a16:creationId xmlns:a16="http://schemas.microsoft.com/office/drawing/2014/main" id="{AEC89EE1-0DB9-BB32-AA14-AE05E75821EF}"/>
              </a:ext>
            </a:extLst>
          </p:cNvPr>
          <p:cNvSpPr/>
          <p:nvPr/>
        </p:nvSpPr>
        <p:spPr>
          <a:xfrm>
            <a:off x="4840708" y="3678572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pPr lvl="0">
              <a:defRPr/>
            </a:pPr>
            <a:r>
              <a:rPr lang="en-US" sz="800" dirty="0">
                <a:solidFill>
                  <a:prstClr val="black"/>
                </a:solidFill>
              </a:rPr>
              <a:t>platform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Arrow: Chevron 15">
            <a:extLst>
              <a:ext uri="{FF2B5EF4-FFF2-40B4-BE49-F238E27FC236}">
                <a16:creationId xmlns:a16="http://schemas.microsoft.com/office/drawing/2014/main" id="{5D0DA601-C7DC-B76F-133C-DA4478376664}"/>
              </a:ext>
            </a:extLst>
          </p:cNvPr>
          <p:cNvSpPr/>
          <p:nvPr/>
        </p:nvSpPr>
        <p:spPr>
          <a:xfrm rot="5400000">
            <a:off x="4932922" y="359419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Arrow: Chevron 15">
            <a:extLst>
              <a:ext uri="{FF2B5EF4-FFF2-40B4-BE49-F238E27FC236}">
                <a16:creationId xmlns:a16="http://schemas.microsoft.com/office/drawing/2014/main" id="{52F1839F-A31B-0E29-282F-55606B711867}"/>
              </a:ext>
            </a:extLst>
          </p:cNvPr>
          <p:cNvSpPr/>
          <p:nvPr/>
        </p:nvSpPr>
        <p:spPr>
          <a:xfrm rot="5400000">
            <a:off x="5249914" y="359419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28" name="Straight Arrow Connector 45">
            <a:extLst>
              <a:ext uri="{FF2B5EF4-FFF2-40B4-BE49-F238E27FC236}">
                <a16:creationId xmlns:a16="http://schemas.microsoft.com/office/drawing/2014/main" id="{FA17832D-3B77-D8C0-0D83-C94E587B81F1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6910302" y="3143684"/>
            <a:ext cx="172348" cy="4366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8603A465-6D85-033D-30A7-8657E875303B}"/>
              </a:ext>
            </a:extLst>
          </p:cNvPr>
          <p:cNvSpPr txBox="1"/>
          <p:nvPr/>
        </p:nvSpPr>
        <p:spPr>
          <a:xfrm>
            <a:off x="6528046" y="3262832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AvailableOn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BB02F2B3-5611-F3C5-C080-0629917C758D}"/>
              </a:ext>
            </a:extLst>
          </p:cNvPr>
          <p:cNvSpPr/>
          <p:nvPr/>
        </p:nvSpPr>
        <p:spPr>
          <a:xfrm>
            <a:off x="5555485" y="241397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6314DDD9-BF53-9AE5-3FB3-ECACA2C803BE}"/>
              </a:ext>
            </a:extLst>
          </p:cNvPr>
          <p:cNvSpPr/>
          <p:nvPr/>
        </p:nvSpPr>
        <p:spPr>
          <a:xfrm rot="5400000">
            <a:off x="6401738" y="246763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E5BFFA8F-7EC9-F7DA-841F-1F36909B9A1D}"/>
              </a:ext>
            </a:extLst>
          </p:cNvPr>
          <p:cNvCxnSpPr>
            <a:cxnSpLocks/>
            <a:stCxn id="34" idx="3"/>
            <a:endCxn id="36" idx="2"/>
          </p:cNvCxnSpPr>
          <p:nvPr/>
        </p:nvCxnSpPr>
        <p:spPr>
          <a:xfrm flipV="1">
            <a:off x="5735485" y="2545039"/>
            <a:ext cx="711253" cy="39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7FECE17C-B432-16F6-3F1D-FE99849260FD}"/>
              </a:ext>
            </a:extLst>
          </p:cNvPr>
          <p:cNvSpPr txBox="1"/>
          <p:nvPr/>
        </p:nvSpPr>
        <p:spPr>
          <a:xfrm>
            <a:off x="5618267" y="2316108"/>
            <a:ext cx="8959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900" dirty="0" err="1"/>
              <a:t>Processes</a:t>
            </a:r>
            <a:endParaRPr lang="it-IT" sz="900" dirty="0"/>
          </a:p>
        </p:txBody>
      </p:sp>
      <p:sp>
        <p:nvSpPr>
          <p:cNvPr id="45" name="Rectangle: Rounded Corners 63">
            <a:extLst>
              <a:ext uri="{FF2B5EF4-FFF2-40B4-BE49-F238E27FC236}">
                <a16:creationId xmlns:a16="http://schemas.microsoft.com/office/drawing/2014/main" id="{C78AC00A-DB3A-8E02-6F89-8A4AE5B634EA}"/>
              </a:ext>
            </a:extLst>
          </p:cNvPr>
          <p:cNvSpPr/>
          <p:nvPr/>
        </p:nvSpPr>
        <p:spPr>
          <a:xfrm>
            <a:off x="7165531" y="424687"/>
            <a:ext cx="1545903" cy="1083735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Substituting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Service Template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(Data)</a:t>
            </a:r>
          </a:p>
        </p:txBody>
      </p:sp>
      <p:cxnSp>
        <p:nvCxnSpPr>
          <p:cNvPr id="46" name="Straight Arrow Connector 134">
            <a:extLst>
              <a:ext uri="{FF2B5EF4-FFF2-40B4-BE49-F238E27FC236}">
                <a16:creationId xmlns:a16="http://schemas.microsoft.com/office/drawing/2014/main" id="{479AD7EE-8F73-D4C2-C81E-9787B2F28C6A}"/>
              </a:ext>
            </a:extLst>
          </p:cNvPr>
          <p:cNvCxnSpPr>
            <a:cxnSpLocks/>
            <a:stCxn id="14" idx="0"/>
            <a:endCxn id="45" idx="2"/>
          </p:cNvCxnSpPr>
          <p:nvPr/>
        </p:nvCxnSpPr>
        <p:spPr>
          <a:xfrm flipV="1">
            <a:off x="6924155" y="1508422"/>
            <a:ext cx="1014328" cy="671082"/>
          </a:xfrm>
          <a:prstGeom prst="straightConnector1">
            <a:avLst/>
          </a:prstGeom>
          <a:ln w="28575">
            <a:solidFill>
              <a:schemeClr val="accent2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135">
            <a:extLst>
              <a:ext uri="{FF2B5EF4-FFF2-40B4-BE49-F238E27FC236}">
                <a16:creationId xmlns:a16="http://schemas.microsoft.com/office/drawing/2014/main" id="{AA06CFF1-8DDE-9A69-008B-9BB2FC3275AE}"/>
              </a:ext>
            </a:extLst>
          </p:cNvPr>
          <p:cNvSpPr txBox="1"/>
          <p:nvPr/>
        </p:nvSpPr>
        <p:spPr>
          <a:xfrm>
            <a:off x="7696519" y="1719295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sp>
        <p:nvSpPr>
          <p:cNvPr id="50" name="Flowchart: Multidocument 1">
            <a:extLst>
              <a:ext uri="{FF2B5EF4-FFF2-40B4-BE49-F238E27FC236}">
                <a16:creationId xmlns:a16="http://schemas.microsoft.com/office/drawing/2014/main" id="{00D716A5-3EA9-2897-182A-F5CF123F507D}"/>
              </a:ext>
            </a:extLst>
          </p:cNvPr>
          <p:cNvSpPr/>
          <p:nvPr/>
        </p:nvSpPr>
        <p:spPr>
          <a:xfrm>
            <a:off x="2821407" y="1578702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Application Profile</a:t>
            </a:r>
          </a:p>
        </p:txBody>
      </p:sp>
      <p:sp>
        <p:nvSpPr>
          <p:cNvPr id="51" name="Flowchart: Multidocument 1">
            <a:extLst>
              <a:ext uri="{FF2B5EF4-FFF2-40B4-BE49-F238E27FC236}">
                <a16:creationId xmlns:a16="http://schemas.microsoft.com/office/drawing/2014/main" id="{2723B9EE-4E0F-83AF-0AB4-19FB4D59A63B}"/>
              </a:ext>
            </a:extLst>
          </p:cNvPr>
          <p:cNvSpPr/>
          <p:nvPr/>
        </p:nvSpPr>
        <p:spPr>
          <a:xfrm>
            <a:off x="2195893" y="4081166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Platform</a:t>
            </a:r>
            <a:b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</a:br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52" name="Flowchart: Multidocument 1">
            <a:extLst>
              <a:ext uri="{FF2B5EF4-FFF2-40B4-BE49-F238E27FC236}">
                <a16:creationId xmlns:a16="http://schemas.microsoft.com/office/drawing/2014/main" id="{7C0A90B7-6C8E-B055-BBC6-642D8841911B}"/>
              </a:ext>
            </a:extLst>
          </p:cNvPr>
          <p:cNvSpPr/>
          <p:nvPr/>
        </p:nvSpPr>
        <p:spPr>
          <a:xfrm>
            <a:off x="3383662" y="2717800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Common Profile</a:t>
            </a:r>
          </a:p>
        </p:txBody>
      </p:sp>
      <p:sp>
        <p:nvSpPr>
          <p:cNvPr id="53" name="Flowchart: Multidocument 1">
            <a:extLst>
              <a:ext uri="{FF2B5EF4-FFF2-40B4-BE49-F238E27FC236}">
                <a16:creationId xmlns:a16="http://schemas.microsoft.com/office/drawing/2014/main" id="{ACC5DA49-CD56-D8FF-E090-3FED2322FBDF}"/>
              </a:ext>
            </a:extLst>
          </p:cNvPr>
          <p:cNvSpPr/>
          <p:nvPr/>
        </p:nvSpPr>
        <p:spPr>
          <a:xfrm>
            <a:off x="8349384" y="1578702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Data Profile</a:t>
            </a:r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432AEFCF-202E-1BBF-5696-6F63303027D4}"/>
              </a:ext>
            </a:extLst>
          </p:cNvPr>
          <p:cNvSpPr/>
          <p:nvPr/>
        </p:nvSpPr>
        <p:spPr>
          <a:xfrm>
            <a:off x="6538444" y="3915359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Platform</a:t>
            </a:r>
          </a:p>
        </p:txBody>
      </p:sp>
      <p:sp>
        <p:nvSpPr>
          <p:cNvPr id="25" name="Rectangle: Rounded Corners 14">
            <a:extLst>
              <a:ext uri="{FF2B5EF4-FFF2-40B4-BE49-F238E27FC236}">
                <a16:creationId xmlns:a16="http://schemas.microsoft.com/office/drawing/2014/main" id="{CA7BB718-0A42-E647-1DE3-1BE96B5890FD}"/>
              </a:ext>
            </a:extLst>
          </p:cNvPr>
          <p:cNvSpPr/>
          <p:nvPr/>
        </p:nvSpPr>
        <p:spPr>
          <a:xfrm>
            <a:off x="6538444" y="3684533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r>
              <a:rPr lang="en-US" sz="800" dirty="0">
                <a:solidFill>
                  <a:prstClr val="black"/>
                </a:solidFill>
              </a:rPr>
              <a:t>platform</a:t>
            </a:r>
          </a:p>
        </p:txBody>
      </p:sp>
      <p:sp>
        <p:nvSpPr>
          <p:cNvPr id="26" name="Arrow: Chevron 15">
            <a:extLst>
              <a:ext uri="{FF2B5EF4-FFF2-40B4-BE49-F238E27FC236}">
                <a16:creationId xmlns:a16="http://schemas.microsoft.com/office/drawing/2014/main" id="{BCEE1D49-457A-A15D-6AD7-555115AC47C8}"/>
              </a:ext>
            </a:extLst>
          </p:cNvPr>
          <p:cNvSpPr/>
          <p:nvPr/>
        </p:nvSpPr>
        <p:spPr>
          <a:xfrm rot="5400000">
            <a:off x="6630658" y="360015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0" name="Arrow: Chevron 15">
            <a:extLst>
              <a:ext uri="{FF2B5EF4-FFF2-40B4-BE49-F238E27FC236}">
                <a16:creationId xmlns:a16="http://schemas.microsoft.com/office/drawing/2014/main" id="{0E176ACC-2C8A-250B-EEF6-A44E8A202EAC}"/>
              </a:ext>
            </a:extLst>
          </p:cNvPr>
          <p:cNvSpPr/>
          <p:nvPr/>
        </p:nvSpPr>
        <p:spPr>
          <a:xfrm rot="5400000">
            <a:off x="6947650" y="360015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8FEA937-A154-4EC5-FDF9-EBD6A478F047}"/>
              </a:ext>
            </a:extLst>
          </p:cNvPr>
          <p:cNvGrpSpPr/>
          <p:nvPr/>
        </p:nvGrpSpPr>
        <p:grpSpPr>
          <a:xfrm>
            <a:off x="5705107" y="4873500"/>
            <a:ext cx="771421" cy="944853"/>
            <a:chOff x="5689577" y="3579964"/>
            <a:chExt cx="771421" cy="944853"/>
          </a:xfrm>
        </p:grpSpPr>
        <p:sp>
          <p:nvSpPr>
            <p:cNvPr id="39" name="Rectangle 13">
              <a:extLst>
                <a:ext uri="{FF2B5EF4-FFF2-40B4-BE49-F238E27FC236}">
                  <a16:creationId xmlns:a16="http://schemas.microsoft.com/office/drawing/2014/main" id="{CBA6BD34-7409-ABCC-8429-4400542A1099}"/>
                </a:ext>
              </a:extLst>
            </p:cNvPr>
            <p:cNvSpPr/>
            <p:nvPr/>
          </p:nvSpPr>
          <p:spPr>
            <a:xfrm>
              <a:off x="5689577" y="4032525"/>
              <a:ext cx="771421" cy="2509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Network</a:t>
              </a:r>
            </a:p>
          </p:txBody>
        </p:sp>
        <p:sp>
          <p:nvSpPr>
            <p:cNvPr id="41" name="Rectangle: Rounded Corners 14">
              <a:extLst>
                <a:ext uri="{FF2B5EF4-FFF2-40B4-BE49-F238E27FC236}">
                  <a16:creationId xmlns:a16="http://schemas.microsoft.com/office/drawing/2014/main" id="{F40F421E-A583-B27D-DC4D-FC31D927FE07}"/>
                </a:ext>
              </a:extLst>
            </p:cNvPr>
            <p:cNvSpPr/>
            <p:nvPr/>
          </p:nvSpPr>
          <p:spPr>
            <a:xfrm>
              <a:off x="5689577" y="3709338"/>
              <a:ext cx="771420" cy="815479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5720" tIns="0" bIns="9144" rtlCol="0" anchor="b" anchorCtr="0"/>
            <a:lstStyle/>
            <a:p>
              <a:pPr lvl="0">
                <a:defRPr/>
              </a:pPr>
              <a:r>
                <a:rPr lang="en-US" sz="800" dirty="0">
                  <a:solidFill>
                    <a:prstClr val="black"/>
                  </a:solidFill>
                </a:rPr>
                <a:t>network</a:t>
              </a: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2" name="Arrow: Chevron 15">
              <a:extLst>
                <a:ext uri="{FF2B5EF4-FFF2-40B4-BE49-F238E27FC236}">
                  <a16:creationId xmlns:a16="http://schemas.microsoft.com/office/drawing/2014/main" id="{D71D04E4-0AEB-AA00-4C90-593A99699BB5}"/>
                </a:ext>
              </a:extLst>
            </p:cNvPr>
            <p:cNvSpPr/>
            <p:nvPr/>
          </p:nvSpPr>
          <p:spPr>
            <a:xfrm rot="5400000">
              <a:off x="5781791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3" name="Arrow: Chevron 15">
              <a:extLst>
                <a:ext uri="{FF2B5EF4-FFF2-40B4-BE49-F238E27FC236}">
                  <a16:creationId xmlns:a16="http://schemas.microsoft.com/office/drawing/2014/main" id="{C7AC128C-691C-C750-6978-DB32C3D56D18}"/>
                </a:ext>
              </a:extLst>
            </p:cNvPr>
            <p:cNvSpPr/>
            <p:nvPr/>
          </p:nvSpPr>
          <p:spPr>
            <a:xfrm rot="5400000">
              <a:off x="6098783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sp>
        <p:nvSpPr>
          <p:cNvPr id="44" name="Flowchart: Off-page Connector 24">
            <a:extLst>
              <a:ext uri="{FF2B5EF4-FFF2-40B4-BE49-F238E27FC236}">
                <a16:creationId xmlns:a16="http://schemas.microsoft.com/office/drawing/2014/main" id="{81D513DE-8560-9B8C-C5E2-F4E4A5C433DD}"/>
              </a:ext>
            </a:extLst>
          </p:cNvPr>
          <p:cNvSpPr/>
          <p:nvPr/>
        </p:nvSpPr>
        <p:spPr>
          <a:xfrm>
            <a:off x="5136418" y="441246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Flowchart: Off-page Connector 24">
            <a:extLst>
              <a:ext uri="{FF2B5EF4-FFF2-40B4-BE49-F238E27FC236}">
                <a16:creationId xmlns:a16="http://schemas.microsoft.com/office/drawing/2014/main" id="{867FF9A4-53B5-133C-FC6F-2E7105101230}"/>
              </a:ext>
            </a:extLst>
          </p:cNvPr>
          <p:cNvSpPr/>
          <p:nvPr/>
        </p:nvSpPr>
        <p:spPr>
          <a:xfrm>
            <a:off x="6834154" y="441246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9" name="Straight Arrow Connector 45">
            <a:extLst>
              <a:ext uri="{FF2B5EF4-FFF2-40B4-BE49-F238E27FC236}">
                <a16:creationId xmlns:a16="http://schemas.microsoft.com/office/drawing/2014/main" id="{9D7720F5-DC46-443B-B451-10BBA6B11BC0}"/>
              </a:ext>
            </a:extLst>
          </p:cNvPr>
          <p:cNvCxnSpPr>
            <a:cxnSpLocks/>
            <a:stCxn id="44" idx="2"/>
            <a:endCxn id="42" idx="1"/>
          </p:cNvCxnSpPr>
          <p:nvPr/>
        </p:nvCxnSpPr>
        <p:spPr>
          <a:xfrm>
            <a:off x="5226418" y="4682466"/>
            <a:ext cx="705903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45">
            <a:extLst>
              <a:ext uri="{FF2B5EF4-FFF2-40B4-BE49-F238E27FC236}">
                <a16:creationId xmlns:a16="http://schemas.microsoft.com/office/drawing/2014/main" id="{1410699C-33F1-2C21-2ABA-F0DC56207468}"/>
              </a:ext>
            </a:extLst>
          </p:cNvPr>
          <p:cNvCxnSpPr>
            <a:cxnSpLocks/>
            <a:stCxn id="48" idx="2"/>
            <a:endCxn id="43" idx="1"/>
          </p:cNvCxnSpPr>
          <p:nvPr/>
        </p:nvCxnSpPr>
        <p:spPr>
          <a:xfrm flipH="1">
            <a:off x="6249313" y="4682466"/>
            <a:ext cx="674841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asellaDiTesto 15">
            <a:extLst>
              <a:ext uri="{FF2B5EF4-FFF2-40B4-BE49-F238E27FC236}">
                <a16:creationId xmlns:a16="http://schemas.microsoft.com/office/drawing/2014/main" id="{157490BF-8174-5AE5-4C91-32B685F3A96A}"/>
              </a:ext>
            </a:extLst>
          </p:cNvPr>
          <p:cNvSpPr txBox="1"/>
          <p:nvPr/>
        </p:nvSpPr>
        <p:spPr>
          <a:xfrm>
            <a:off x="5041886" y="4706846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sp>
        <p:nvSpPr>
          <p:cNvPr id="60" name="CasellaDiTesto 15">
            <a:extLst>
              <a:ext uri="{FF2B5EF4-FFF2-40B4-BE49-F238E27FC236}">
                <a16:creationId xmlns:a16="http://schemas.microsoft.com/office/drawing/2014/main" id="{8BF5D854-10F5-3449-9E1A-96C1FDF4C52F}"/>
              </a:ext>
            </a:extLst>
          </p:cNvPr>
          <p:cNvSpPr txBox="1"/>
          <p:nvPr/>
        </p:nvSpPr>
        <p:spPr>
          <a:xfrm>
            <a:off x="6256639" y="4702314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sp>
        <p:nvSpPr>
          <p:cNvPr id="61" name="Rectangle: Rounded Corners 63">
            <a:extLst>
              <a:ext uri="{FF2B5EF4-FFF2-40B4-BE49-F238E27FC236}">
                <a16:creationId xmlns:a16="http://schemas.microsoft.com/office/drawing/2014/main" id="{01916197-6A7F-14DB-00A6-0340F5D74390}"/>
              </a:ext>
            </a:extLst>
          </p:cNvPr>
          <p:cNvSpPr/>
          <p:nvPr/>
        </p:nvSpPr>
        <p:spPr>
          <a:xfrm>
            <a:off x="7890331" y="5096276"/>
            <a:ext cx="1545903" cy="1083735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Substituting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Service Template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(Platform)</a:t>
            </a:r>
          </a:p>
        </p:txBody>
      </p:sp>
      <p:cxnSp>
        <p:nvCxnSpPr>
          <p:cNvPr id="62" name="Straight Arrow Connector 134">
            <a:extLst>
              <a:ext uri="{FF2B5EF4-FFF2-40B4-BE49-F238E27FC236}">
                <a16:creationId xmlns:a16="http://schemas.microsoft.com/office/drawing/2014/main" id="{31A412C6-0587-9A73-61C1-E3CD4BD6617D}"/>
              </a:ext>
            </a:extLst>
          </p:cNvPr>
          <p:cNvCxnSpPr>
            <a:cxnSpLocks/>
            <a:stCxn id="41" idx="3"/>
            <a:endCxn id="61" idx="1"/>
          </p:cNvCxnSpPr>
          <p:nvPr/>
        </p:nvCxnSpPr>
        <p:spPr>
          <a:xfrm>
            <a:off x="6476527" y="5410614"/>
            <a:ext cx="1413804" cy="227530"/>
          </a:xfrm>
          <a:prstGeom prst="straightConnector1">
            <a:avLst/>
          </a:prstGeom>
          <a:ln w="28575">
            <a:solidFill>
              <a:schemeClr val="accent2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135">
            <a:extLst>
              <a:ext uri="{FF2B5EF4-FFF2-40B4-BE49-F238E27FC236}">
                <a16:creationId xmlns:a16="http://schemas.microsoft.com/office/drawing/2014/main" id="{25068B08-97E5-0E2B-9442-99BE0CCF4673}"/>
              </a:ext>
            </a:extLst>
          </p:cNvPr>
          <p:cNvSpPr txBox="1"/>
          <p:nvPr/>
        </p:nvSpPr>
        <p:spPr>
          <a:xfrm>
            <a:off x="6885667" y="5479863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sp>
        <p:nvSpPr>
          <p:cNvPr id="64" name="Flowchart: Multidocument 1">
            <a:extLst>
              <a:ext uri="{FF2B5EF4-FFF2-40B4-BE49-F238E27FC236}">
                <a16:creationId xmlns:a16="http://schemas.microsoft.com/office/drawing/2014/main" id="{E17DD981-A46B-3EAF-C83D-F8B208096BE8}"/>
              </a:ext>
            </a:extLst>
          </p:cNvPr>
          <p:cNvSpPr/>
          <p:nvPr/>
        </p:nvSpPr>
        <p:spPr>
          <a:xfrm>
            <a:off x="8781420" y="4317074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Platform</a:t>
            </a:r>
            <a:b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</a:br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</p:spTree>
    <p:extLst>
      <p:ext uri="{BB962C8B-B14F-4D97-AF65-F5344CB8AC3E}">
        <p14:creationId xmlns:p14="http://schemas.microsoft.com/office/powerpoint/2010/main" val="2302801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10056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058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8EC0F2D-55A2-77F8-364B-532B0F5DF73A}"/>
              </a:ext>
            </a:extLst>
          </p:cNvPr>
          <p:cNvCxnSpPr>
            <a:cxnSpLocks/>
            <a:stCxn id="31" idx="2"/>
            <a:endCxn id="51" idx="0"/>
          </p:cNvCxnSpPr>
          <p:nvPr/>
        </p:nvCxnSpPr>
        <p:spPr>
          <a:xfrm>
            <a:off x="3433625" y="2371351"/>
            <a:ext cx="1113" cy="107578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61D385A-A4F7-DE9F-9B55-627781BF05BA}"/>
              </a:ext>
            </a:extLst>
          </p:cNvPr>
          <p:cNvSpPr txBox="1"/>
          <p:nvPr/>
        </p:nvSpPr>
        <p:spPr>
          <a:xfrm>
            <a:off x="2964912" y="3143249"/>
            <a:ext cx="931045" cy="184666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host</a:t>
            </a:r>
          </a:p>
        </p:txBody>
      </p:sp>
      <p:sp>
        <p:nvSpPr>
          <p:cNvPr id="45" name="Flowchart: Predefined Process 44">
            <a:extLst>
              <a:ext uri="{FF2B5EF4-FFF2-40B4-BE49-F238E27FC236}">
                <a16:creationId xmlns:a16="http://schemas.microsoft.com/office/drawing/2014/main" id="{59371773-3E5E-C597-9B34-C8DAA57FD8AB}"/>
              </a:ext>
            </a:extLst>
          </p:cNvPr>
          <p:cNvSpPr/>
          <p:nvPr/>
        </p:nvSpPr>
        <p:spPr>
          <a:xfrm>
            <a:off x="3616581" y="3289532"/>
            <a:ext cx="771419" cy="337919"/>
          </a:xfrm>
          <a:prstGeom prst="flowChartPredefinedProcess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9144" r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node filter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971F494-A2BE-26F5-A96E-03470A36C77C}"/>
              </a:ext>
            </a:extLst>
          </p:cNvPr>
          <p:cNvCxnSpPr>
            <a:cxnSpLocks/>
          </p:cNvCxnSpPr>
          <p:nvPr/>
        </p:nvCxnSpPr>
        <p:spPr>
          <a:xfrm flipH="1">
            <a:off x="2612771" y="3685065"/>
            <a:ext cx="812636" cy="405914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E14625D-EC49-6D02-4F16-36239385436A}"/>
              </a:ext>
            </a:extLst>
          </p:cNvPr>
          <p:cNvCxnSpPr>
            <a:cxnSpLocks/>
          </p:cNvCxnSpPr>
          <p:nvPr/>
        </p:nvCxnSpPr>
        <p:spPr>
          <a:xfrm>
            <a:off x="3425407" y="3685065"/>
            <a:ext cx="804820" cy="40740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EBE49F7-8569-4CE1-53B6-6493E683E824}"/>
              </a:ext>
            </a:extLst>
          </p:cNvPr>
          <p:cNvCxnSpPr>
            <a:cxnSpLocks/>
          </p:cNvCxnSpPr>
          <p:nvPr/>
        </p:nvCxnSpPr>
        <p:spPr>
          <a:xfrm flipH="1">
            <a:off x="3421109" y="3685065"/>
            <a:ext cx="4298" cy="405915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726C78E2-E48A-AC1C-FCFC-76B37172E473}"/>
              </a:ext>
            </a:extLst>
          </p:cNvPr>
          <p:cNvSpPr/>
          <p:nvPr/>
        </p:nvSpPr>
        <p:spPr>
          <a:xfrm>
            <a:off x="3320438" y="3447134"/>
            <a:ext cx="228600" cy="2286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?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E67B4CD-A46C-6355-D0A0-76F7E81ADB03}"/>
              </a:ext>
            </a:extLst>
          </p:cNvPr>
          <p:cNvCxnSpPr>
            <a:cxnSpLocks/>
            <a:stCxn id="51" idx="4"/>
          </p:cNvCxnSpPr>
          <p:nvPr/>
        </p:nvCxnSpPr>
        <p:spPr>
          <a:xfrm flipH="1">
            <a:off x="1657296" y="3675734"/>
            <a:ext cx="1777442" cy="436725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9630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4AC3614-5BF8-E474-E8DC-A8D98100C602}"/>
              </a:ext>
            </a:extLst>
          </p:cNvPr>
          <p:cNvCxnSpPr>
            <a:cxnSpLocks/>
          </p:cNvCxnSpPr>
          <p:nvPr/>
        </p:nvCxnSpPr>
        <p:spPr>
          <a:xfrm>
            <a:off x="601394" y="4046114"/>
            <a:ext cx="470535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0930EAC-F35A-80E3-250D-52200A82382C}"/>
              </a:ext>
            </a:extLst>
          </p:cNvPr>
          <p:cNvCxnSpPr>
            <a:cxnSpLocks/>
            <a:stCxn id="17" idx="0"/>
            <a:endCxn id="31" idx="2"/>
          </p:cNvCxnSpPr>
          <p:nvPr/>
        </p:nvCxnSpPr>
        <p:spPr>
          <a:xfrm flipH="1" flipV="1">
            <a:off x="3433625" y="2371351"/>
            <a:ext cx="917802" cy="191354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984D0B08-A38E-44AC-4609-1708EC216A0F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4333490" y="3125392"/>
            <a:ext cx="130639" cy="115074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BC7CC13B-5B6A-3C4D-09C2-B99D95D5A532}"/>
              </a:ext>
            </a:extLst>
          </p:cNvPr>
          <p:cNvCxnSpPr>
            <a:cxnSpLocks/>
            <a:stCxn id="16" idx="1"/>
            <a:endCxn id="41" idx="2"/>
          </p:cNvCxnSpPr>
          <p:nvPr/>
        </p:nvCxnSpPr>
        <p:spPr>
          <a:xfrm flipH="1" flipV="1">
            <a:off x="2662626" y="3471695"/>
            <a:ext cx="1688801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45D5E0C4-BF17-5CB4-4628-E9920D169DCC}"/>
              </a:ext>
            </a:extLst>
          </p:cNvPr>
          <p:cNvCxnSpPr>
            <a:cxnSpLocks/>
            <a:stCxn id="17" idx="0"/>
            <a:endCxn id="25" idx="2"/>
          </p:cNvCxnSpPr>
          <p:nvPr/>
        </p:nvCxnSpPr>
        <p:spPr>
          <a:xfrm flipH="1" flipV="1">
            <a:off x="1451151" y="3471695"/>
            <a:ext cx="2900276" cy="81320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922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4AC3614-5BF8-E474-E8DC-A8D98100C602}"/>
              </a:ext>
            </a:extLst>
          </p:cNvPr>
          <p:cNvCxnSpPr>
            <a:cxnSpLocks/>
          </p:cNvCxnSpPr>
          <p:nvPr/>
        </p:nvCxnSpPr>
        <p:spPr>
          <a:xfrm>
            <a:off x="601394" y="4046114"/>
            <a:ext cx="470535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F9298EA-F1BE-B57B-E0E2-0094F26C540F}"/>
              </a:ext>
            </a:extLst>
          </p:cNvPr>
          <p:cNvCxnSpPr>
            <a:cxnSpLocks/>
          </p:cNvCxnSpPr>
          <p:nvPr/>
        </p:nvCxnSpPr>
        <p:spPr>
          <a:xfrm flipH="1" flipV="1">
            <a:off x="5538023" y="874216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50991F2-0FBC-324A-0B82-ECCF44044B09}"/>
              </a:ext>
            </a:extLst>
          </p:cNvPr>
          <p:cNvGrpSpPr/>
          <p:nvPr/>
        </p:nvGrpSpPr>
        <p:grpSpPr>
          <a:xfrm>
            <a:off x="8261236" y="1022333"/>
            <a:ext cx="771421" cy="974099"/>
            <a:chOff x="3816085" y="2671396"/>
            <a:chExt cx="771421" cy="974099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DA9E7D6-765E-F5D7-4344-1CE8BEFBD05A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Location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Tracker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BBDF769A-1692-16AA-D4CD-5914281CA393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locator</a:t>
              </a:r>
            </a:p>
          </p:txBody>
        </p:sp>
        <p:sp>
          <p:nvSpPr>
            <p:cNvPr id="75" name="Flowchart: Off-page Connector 74">
              <a:extLst>
                <a:ext uri="{FF2B5EF4-FFF2-40B4-BE49-F238E27FC236}">
                  <a16:creationId xmlns:a16="http://schemas.microsoft.com/office/drawing/2014/main" id="{C6654B9B-73FD-2792-A43B-678418487AEB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A4AE2AA-B10A-41B4-CA96-16440569CCB8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FCC915-D903-040A-775C-0EB3AC166C2C}"/>
              </a:ext>
            </a:extLst>
          </p:cNvPr>
          <p:cNvGrpSpPr/>
          <p:nvPr/>
        </p:nvGrpSpPr>
        <p:grpSpPr>
          <a:xfrm>
            <a:off x="8268571" y="3103569"/>
            <a:ext cx="771421" cy="974099"/>
            <a:chOff x="3816085" y="2671396"/>
            <a:chExt cx="771421" cy="974099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BFC52D99-1665-A67B-F321-FC593993E012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Correlator</a:t>
              </a:r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0FECBDDA-3FFD-D119-E993-AC153F7D7B32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correlator</a:t>
              </a:r>
            </a:p>
          </p:txBody>
        </p:sp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29F5DE1F-8EA0-F408-4D6C-5C7F4C0287C5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B2749D6-D2B1-90C2-5FB7-A5CF85F88032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95BDAD2-03B9-58D7-A026-6E4D09F57861}"/>
              </a:ext>
            </a:extLst>
          </p:cNvPr>
          <p:cNvGrpSpPr/>
          <p:nvPr/>
        </p:nvGrpSpPr>
        <p:grpSpPr>
          <a:xfrm>
            <a:off x="7489091" y="2219786"/>
            <a:ext cx="771421" cy="974099"/>
            <a:chOff x="3816085" y="2671396"/>
            <a:chExt cx="771421" cy="9740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AD57471-A254-4DE4-6CC2-062F38F26A00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Collector</a:t>
              </a: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ED70BE87-77F7-89C6-E2FA-3C9FC672FAC6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collector</a:t>
              </a:r>
            </a:p>
          </p:txBody>
        </p:sp>
        <p:sp>
          <p:nvSpPr>
            <p:cNvPr id="67" name="Flowchart: Off-page Connector 66">
              <a:extLst>
                <a:ext uri="{FF2B5EF4-FFF2-40B4-BE49-F238E27FC236}">
                  <a16:creationId xmlns:a16="http://schemas.microsoft.com/office/drawing/2014/main" id="{3A2B11B3-EB5B-DE90-A13D-E61EF214A092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173FF02-0783-5707-250B-E57C0057F5B0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824676E8-0B24-610E-D2EC-55795458D4C9}"/>
              </a:ext>
            </a:extLst>
          </p:cNvPr>
          <p:cNvCxnSpPr>
            <a:cxnSpLocks/>
            <a:stCxn id="101" idx="3"/>
          </p:cNvCxnSpPr>
          <p:nvPr/>
        </p:nvCxnSpPr>
        <p:spPr>
          <a:xfrm>
            <a:off x="7038634" y="2158808"/>
            <a:ext cx="450457" cy="180305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7B4DB96-5446-CA8A-1226-9092DA60B8C5}"/>
              </a:ext>
            </a:extLst>
          </p:cNvPr>
          <p:cNvCxnSpPr>
            <a:cxnSpLocks/>
            <a:stCxn id="66" idx="0"/>
          </p:cNvCxnSpPr>
          <p:nvPr/>
        </p:nvCxnSpPr>
        <p:spPr>
          <a:xfrm flipH="1" flipV="1">
            <a:off x="7848442" y="1804991"/>
            <a:ext cx="26359" cy="414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B098C76-2B7D-0642-74A7-7157B4BB8064}"/>
              </a:ext>
            </a:extLst>
          </p:cNvPr>
          <p:cNvCxnSpPr>
            <a:cxnSpLocks/>
          </p:cNvCxnSpPr>
          <p:nvPr/>
        </p:nvCxnSpPr>
        <p:spPr>
          <a:xfrm>
            <a:off x="8268570" y="2871837"/>
            <a:ext cx="144386" cy="19744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4BF38B8-24F3-02F6-B861-7416206D6152}"/>
              </a:ext>
            </a:extLst>
          </p:cNvPr>
          <p:cNvCxnSpPr>
            <a:cxnSpLocks/>
          </p:cNvCxnSpPr>
          <p:nvPr/>
        </p:nvCxnSpPr>
        <p:spPr>
          <a:xfrm flipH="1">
            <a:off x="8130917" y="1812047"/>
            <a:ext cx="137653" cy="38083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51392933-CBFC-0F82-BA24-06BBD1BAF3C1}"/>
              </a:ext>
            </a:extLst>
          </p:cNvPr>
          <p:cNvSpPr/>
          <p:nvPr/>
        </p:nvSpPr>
        <p:spPr>
          <a:xfrm>
            <a:off x="6083333" y="855901"/>
            <a:ext cx="3297441" cy="360639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r"/>
            <a:r>
              <a:rPr lang="en-US" sz="1100" dirty="0">
                <a:solidFill>
                  <a:schemeClr val="tx1"/>
                </a:solidFill>
              </a:rPr>
              <a:t>K8s</a:t>
            </a:r>
          </a:p>
          <a:p>
            <a:pPr algn="r"/>
            <a:r>
              <a:rPr lang="en-US" sz="1100" dirty="0">
                <a:solidFill>
                  <a:schemeClr val="tx1"/>
                </a:solidFill>
              </a:rPr>
              <a:t>Context</a:t>
            </a:r>
          </a:p>
          <a:p>
            <a:pPr algn="r"/>
            <a:r>
              <a:rPr lang="en-US" sz="1100" dirty="0">
                <a:solidFill>
                  <a:schemeClr val="tx1"/>
                </a:solidFill>
              </a:rPr>
              <a:t>Analyzer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41989A88-7297-506F-9163-797D16351736}"/>
              </a:ext>
            </a:extLst>
          </p:cNvPr>
          <p:cNvGrpSpPr/>
          <p:nvPr/>
        </p:nvGrpSpPr>
        <p:grpSpPr>
          <a:xfrm>
            <a:off x="6692999" y="3214471"/>
            <a:ext cx="771421" cy="974099"/>
            <a:chOff x="3816085" y="2671396"/>
            <a:chExt cx="771421" cy="974099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0822CD3B-54DB-5DD6-E449-0FD99ED17D0E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Context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Provider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86" name="Rectangle: Rounded Corners 85">
              <a:extLst>
                <a:ext uri="{FF2B5EF4-FFF2-40B4-BE49-F238E27FC236}">
                  <a16:creationId xmlns:a16="http://schemas.microsoft.com/office/drawing/2014/main" id="{6C947836-1D68-186D-5C6D-9A4CA8EED052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context</a:t>
              </a:r>
            </a:p>
          </p:txBody>
        </p:sp>
        <p:sp>
          <p:nvSpPr>
            <p:cNvPr id="87" name="Flowchart: Off-page Connector 86">
              <a:extLst>
                <a:ext uri="{FF2B5EF4-FFF2-40B4-BE49-F238E27FC236}">
                  <a16:creationId xmlns:a16="http://schemas.microsoft.com/office/drawing/2014/main" id="{AC0A2288-A556-0EE0-2BE2-7D1C47F3B5F6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83124A1-C53D-3786-7FE1-C73D23AC5589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403E3F8-B5B8-ED80-2A96-26C69F5A0845}"/>
              </a:ext>
            </a:extLst>
          </p:cNvPr>
          <p:cNvGrpSpPr/>
          <p:nvPr/>
        </p:nvGrpSpPr>
        <p:grpSpPr>
          <a:xfrm>
            <a:off x="7152590" y="1021463"/>
            <a:ext cx="771421" cy="974099"/>
            <a:chOff x="3816085" y="2671396"/>
            <a:chExt cx="771421" cy="974099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8581C6EE-4380-F53B-2A05-78EC2E18D7E9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Audio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Analyzer</a:t>
              </a:r>
            </a:p>
          </p:txBody>
        </p:sp>
        <p:sp>
          <p:nvSpPr>
            <p:cNvPr id="96" name="Rectangle: Rounded Corners 95">
              <a:extLst>
                <a:ext uri="{FF2B5EF4-FFF2-40B4-BE49-F238E27FC236}">
                  <a16:creationId xmlns:a16="http://schemas.microsoft.com/office/drawing/2014/main" id="{1E54642B-A30A-58EC-0BD9-3F1B272B29A7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audio</a:t>
              </a:r>
            </a:p>
          </p:txBody>
        </p:sp>
        <p:sp>
          <p:nvSpPr>
            <p:cNvPr id="97" name="Flowchart: Off-page Connector 96">
              <a:extLst>
                <a:ext uri="{FF2B5EF4-FFF2-40B4-BE49-F238E27FC236}">
                  <a16:creationId xmlns:a16="http://schemas.microsoft.com/office/drawing/2014/main" id="{1B78CC3C-7A38-CAB7-17DB-DE94DD78E3B3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5D99D35-642D-3415-3DA9-7BE17E422A12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A3679C-00BC-6F01-57BC-66D2943C5B4A}"/>
              </a:ext>
            </a:extLst>
          </p:cNvPr>
          <p:cNvGrpSpPr/>
          <p:nvPr/>
        </p:nvGrpSpPr>
        <p:grpSpPr>
          <a:xfrm>
            <a:off x="6267214" y="1751069"/>
            <a:ext cx="771421" cy="974099"/>
            <a:chOff x="3816085" y="2671396"/>
            <a:chExt cx="771421" cy="974099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68D1C79-7180-DA0F-5F34-70AEFDAEB6F0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Glasses</a:t>
              </a:r>
            </a:p>
          </p:txBody>
        </p:sp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2B7E1AA9-F508-D1C3-99D1-48AD6B3E1AB8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glasses</a:t>
              </a:r>
            </a:p>
          </p:txBody>
        </p:sp>
        <p:sp>
          <p:nvSpPr>
            <p:cNvPr id="102" name="Flowchart: Off-page Connector 101">
              <a:extLst>
                <a:ext uri="{FF2B5EF4-FFF2-40B4-BE49-F238E27FC236}">
                  <a16:creationId xmlns:a16="http://schemas.microsoft.com/office/drawing/2014/main" id="{BD7A4967-8842-6EA3-91BC-51135E5E6C30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3DD914C-5807-46C9-5CB4-6E781F893CD7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B51FDA66-A3F5-A2D8-3190-D85ADEE0B0C8}"/>
              </a:ext>
            </a:extLst>
          </p:cNvPr>
          <p:cNvCxnSpPr>
            <a:cxnSpLocks/>
            <a:stCxn id="70" idx="1"/>
            <a:endCxn id="86" idx="3"/>
          </p:cNvCxnSpPr>
          <p:nvPr/>
        </p:nvCxnSpPr>
        <p:spPr>
          <a:xfrm flipH="1">
            <a:off x="7464419" y="3511308"/>
            <a:ext cx="804152" cy="110902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3352A32-8D19-2176-C05B-FB07F4450EC8}"/>
              </a:ext>
            </a:extLst>
          </p:cNvPr>
          <p:cNvCxnSpPr>
            <a:cxnSpLocks/>
          </p:cNvCxnSpPr>
          <p:nvPr/>
        </p:nvCxnSpPr>
        <p:spPr>
          <a:xfrm flipV="1">
            <a:off x="3824370" y="1562242"/>
            <a:ext cx="2258963" cy="9266"/>
          </a:xfrm>
          <a:prstGeom prst="straightConnector1">
            <a:avLst/>
          </a:prstGeom>
          <a:ln w="28575">
            <a:solidFill>
              <a:schemeClr val="accent2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04883A35-6F0A-60F6-E8C8-5B79909942C5}"/>
              </a:ext>
            </a:extLst>
          </p:cNvPr>
          <p:cNvSpPr txBox="1"/>
          <p:nvPr/>
        </p:nvSpPr>
        <p:spPr>
          <a:xfrm>
            <a:off x="4541686" y="1405271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0930EAC-F35A-80E3-250D-52200A82382C}"/>
              </a:ext>
            </a:extLst>
          </p:cNvPr>
          <p:cNvCxnSpPr>
            <a:cxnSpLocks/>
            <a:stCxn id="17" idx="0"/>
            <a:endCxn id="31" idx="2"/>
          </p:cNvCxnSpPr>
          <p:nvPr/>
        </p:nvCxnSpPr>
        <p:spPr>
          <a:xfrm flipH="1" flipV="1">
            <a:off x="3433625" y="2371351"/>
            <a:ext cx="917802" cy="191354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984D0B08-A38E-44AC-4609-1708EC216A0F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4333490" y="3125392"/>
            <a:ext cx="130639" cy="115074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BC7CC13B-5B6A-3C4D-09C2-B99D95D5A532}"/>
              </a:ext>
            </a:extLst>
          </p:cNvPr>
          <p:cNvCxnSpPr>
            <a:cxnSpLocks/>
            <a:stCxn id="16" idx="1"/>
            <a:endCxn id="41" idx="2"/>
          </p:cNvCxnSpPr>
          <p:nvPr/>
        </p:nvCxnSpPr>
        <p:spPr>
          <a:xfrm flipH="1" flipV="1">
            <a:off x="2662626" y="3471695"/>
            <a:ext cx="1688801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45D5E0C4-BF17-5CB4-4628-E9920D169DCC}"/>
              </a:ext>
            </a:extLst>
          </p:cNvPr>
          <p:cNvCxnSpPr>
            <a:cxnSpLocks/>
            <a:stCxn id="17" idx="0"/>
            <a:endCxn id="25" idx="2"/>
          </p:cNvCxnSpPr>
          <p:nvPr/>
        </p:nvCxnSpPr>
        <p:spPr>
          <a:xfrm flipH="1" flipV="1">
            <a:off x="1451151" y="3471695"/>
            <a:ext cx="2900276" cy="81320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Flowchart: Multidocument 164">
            <a:extLst>
              <a:ext uri="{FF2B5EF4-FFF2-40B4-BE49-F238E27FC236}">
                <a16:creationId xmlns:a16="http://schemas.microsoft.com/office/drawing/2014/main" id="{F62B605B-9D9A-BA2E-1246-F28F1806A24C}"/>
              </a:ext>
            </a:extLst>
          </p:cNvPr>
          <p:cNvSpPr/>
          <p:nvPr/>
        </p:nvSpPr>
        <p:spPr>
          <a:xfrm>
            <a:off x="10166669" y="1389592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Kubernetes Profile</a:t>
            </a:r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D25C8FE-0261-4290-94A9-96322B54AC0A}"/>
              </a:ext>
            </a:extLst>
          </p:cNvPr>
          <p:cNvCxnSpPr>
            <a:cxnSpLocks/>
          </p:cNvCxnSpPr>
          <p:nvPr/>
        </p:nvCxnSpPr>
        <p:spPr>
          <a:xfrm flipH="1" flipV="1">
            <a:off x="9790608" y="874216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20941654-7505-4A72-5E93-978FAE2B3D18}"/>
              </a:ext>
            </a:extLst>
          </p:cNvPr>
          <p:cNvCxnSpPr>
            <a:cxnSpLocks/>
            <a:stCxn id="165" idx="1"/>
          </p:cNvCxnSpPr>
          <p:nvPr/>
        </p:nvCxnSpPr>
        <p:spPr>
          <a:xfrm flipH="1">
            <a:off x="9369881" y="1732492"/>
            <a:ext cx="796788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65320831-EBF1-8154-BF14-0821186A4102}"/>
              </a:ext>
            </a:extLst>
          </p:cNvPr>
          <p:cNvSpPr txBox="1"/>
          <p:nvPr/>
        </p:nvSpPr>
        <p:spPr>
          <a:xfrm>
            <a:off x="9523708" y="1562242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3D3A74D-1DA1-9702-5A7C-2A75DFAA37D4}"/>
              </a:ext>
            </a:extLst>
          </p:cNvPr>
          <p:cNvSpPr/>
          <p:nvPr/>
        </p:nvSpPr>
        <p:spPr>
          <a:xfrm>
            <a:off x="3433625" y="2393125"/>
            <a:ext cx="2653140" cy="1165643"/>
          </a:xfrm>
          <a:custGeom>
            <a:avLst/>
            <a:gdLst>
              <a:gd name="connsiteX0" fmla="*/ 2669309 w 2669309"/>
              <a:gd name="connsiteY0" fmla="*/ 711200 h 1166549"/>
              <a:gd name="connsiteX1" fmla="*/ 1865745 w 2669309"/>
              <a:gd name="connsiteY1" fmla="*/ 1117600 h 1166549"/>
              <a:gd name="connsiteX2" fmla="*/ 960581 w 2669309"/>
              <a:gd name="connsiteY2" fmla="*/ 1034473 h 1166549"/>
              <a:gd name="connsiteX3" fmla="*/ 0 w 2669309"/>
              <a:gd name="connsiteY3" fmla="*/ 0 h 1166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9309" h="1166549">
                <a:moveTo>
                  <a:pt x="2669309" y="711200"/>
                </a:moveTo>
                <a:cubicBezTo>
                  <a:pt x="2409921" y="887460"/>
                  <a:pt x="2150533" y="1063721"/>
                  <a:pt x="1865745" y="1117600"/>
                </a:cubicBezTo>
                <a:cubicBezTo>
                  <a:pt x="1580957" y="1171479"/>
                  <a:pt x="1271538" y="1220740"/>
                  <a:pt x="960581" y="1034473"/>
                </a:cubicBezTo>
                <a:cubicBezTo>
                  <a:pt x="649624" y="848206"/>
                  <a:pt x="324812" y="424103"/>
                  <a:pt x="0" y="0"/>
                </a:cubicBezTo>
              </a:path>
            </a:pathLst>
          </a:custGeom>
          <a:ln w="19050"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538F22E4-E803-19D9-3D08-A43D4FBC0814}"/>
              </a:ext>
            </a:extLst>
          </p:cNvPr>
          <p:cNvSpPr txBox="1"/>
          <p:nvPr/>
        </p:nvSpPr>
        <p:spPr>
          <a:xfrm>
            <a:off x="5112623" y="3420782"/>
            <a:ext cx="261290" cy="1384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b="1" dirty="0"/>
              <a:t>maps</a:t>
            </a:r>
          </a:p>
        </p:txBody>
      </p:sp>
    </p:spTree>
    <p:extLst>
      <p:ext uri="{BB962C8B-B14F-4D97-AF65-F5344CB8AC3E}">
        <p14:creationId xmlns:p14="http://schemas.microsoft.com/office/powerpoint/2010/main" val="2020670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4AC3614-5BF8-E474-E8DC-A8D98100C602}"/>
              </a:ext>
            </a:extLst>
          </p:cNvPr>
          <p:cNvCxnSpPr>
            <a:cxnSpLocks/>
          </p:cNvCxnSpPr>
          <p:nvPr/>
        </p:nvCxnSpPr>
        <p:spPr>
          <a:xfrm>
            <a:off x="601394" y="4046114"/>
            <a:ext cx="470535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0930EAC-F35A-80E3-250D-52200A82382C}"/>
              </a:ext>
            </a:extLst>
          </p:cNvPr>
          <p:cNvCxnSpPr>
            <a:cxnSpLocks/>
            <a:stCxn id="5" idx="0"/>
            <a:endCxn id="31" idx="2"/>
          </p:cNvCxnSpPr>
          <p:nvPr/>
        </p:nvCxnSpPr>
        <p:spPr>
          <a:xfrm flipV="1">
            <a:off x="3419859" y="2371351"/>
            <a:ext cx="13766" cy="191354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984D0B08-A38E-44AC-4609-1708EC216A0F}"/>
              </a:ext>
            </a:extLst>
          </p:cNvPr>
          <p:cNvCxnSpPr>
            <a:cxnSpLocks/>
            <a:stCxn id="5" idx="0"/>
            <a:endCxn id="36" idx="2"/>
          </p:cNvCxnSpPr>
          <p:nvPr/>
        </p:nvCxnSpPr>
        <p:spPr>
          <a:xfrm flipV="1">
            <a:off x="3419859" y="3125392"/>
            <a:ext cx="1044270" cy="115950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BC7CC13B-5B6A-3C4D-09C2-B99D95D5A532}"/>
              </a:ext>
            </a:extLst>
          </p:cNvPr>
          <p:cNvCxnSpPr>
            <a:cxnSpLocks/>
            <a:stCxn id="4" idx="1"/>
            <a:endCxn id="41" idx="2"/>
          </p:cNvCxnSpPr>
          <p:nvPr/>
        </p:nvCxnSpPr>
        <p:spPr>
          <a:xfrm flipH="1" flipV="1">
            <a:off x="2662626" y="3471695"/>
            <a:ext cx="757233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45D5E0C4-BF17-5CB4-4628-E9920D169DCC}"/>
              </a:ext>
            </a:extLst>
          </p:cNvPr>
          <p:cNvCxnSpPr>
            <a:cxnSpLocks/>
            <a:stCxn id="4" idx="1"/>
            <a:endCxn id="25" idx="2"/>
          </p:cNvCxnSpPr>
          <p:nvPr/>
        </p:nvCxnSpPr>
        <p:spPr>
          <a:xfrm flipH="1" flipV="1">
            <a:off x="1451151" y="3471695"/>
            <a:ext cx="1968708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5218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4AC3614-5BF8-E474-E8DC-A8D98100C602}"/>
              </a:ext>
            </a:extLst>
          </p:cNvPr>
          <p:cNvCxnSpPr>
            <a:cxnSpLocks/>
          </p:cNvCxnSpPr>
          <p:nvPr/>
        </p:nvCxnSpPr>
        <p:spPr>
          <a:xfrm>
            <a:off x="601394" y="4046114"/>
            <a:ext cx="470535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F9298EA-F1BE-B57B-E0E2-0094F26C540F}"/>
              </a:ext>
            </a:extLst>
          </p:cNvPr>
          <p:cNvCxnSpPr>
            <a:cxnSpLocks/>
          </p:cNvCxnSpPr>
          <p:nvPr/>
        </p:nvCxnSpPr>
        <p:spPr>
          <a:xfrm flipH="1" flipV="1">
            <a:off x="5538023" y="874216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50991F2-0FBC-324A-0B82-ECCF44044B09}"/>
              </a:ext>
            </a:extLst>
          </p:cNvPr>
          <p:cNvGrpSpPr/>
          <p:nvPr/>
        </p:nvGrpSpPr>
        <p:grpSpPr>
          <a:xfrm>
            <a:off x="8261236" y="1022333"/>
            <a:ext cx="771421" cy="974099"/>
            <a:chOff x="3816085" y="2671396"/>
            <a:chExt cx="771421" cy="974099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DA9E7D6-765E-F5D7-4344-1CE8BEFBD05A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Location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Tracker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BBDF769A-1692-16AA-D4CD-5914281CA393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locator</a:t>
              </a:r>
            </a:p>
          </p:txBody>
        </p:sp>
        <p:sp>
          <p:nvSpPr>
            <p:cNvPr id="75" name="Flowchart: Off-page Connector 74">
              <a:extLst>
                <a:ext uri="{FF2B5EF4-FFF2-40B4-BE49-F238E27FC236}">
                  <a16:creationId xmlns:a16="http://schemas.microsoft.com/office/drawing/2014/main" id="{C6654B9B-73FD-2792-A43B-678418487AEB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A4AE2AA-B10A-41B4-CA96-16440569CCB8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95BDAD2-03B9-58D7-A026-6E4D09F57861}"/>
              </a:ext>
            </a:extLst>
          </p:cNvPr>
          <p:cNvGrpSpPr/>
          <p:nvPr/>
        </p:nvGrpSpPr>
        <p:grpSpPr>
          <a:xfrm>
            <a:off x="7581454" y="2487639"/>
            <a:ext cx="771421" cy="974099"/>
            <a:chOff x="3816085" y="2671396"/>
            <a:chExt cx="771421" cy="9740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AD57471-A254-4DE4-6CC2-062F38F26A00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Context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Creator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ED70BE87-77F7-89C6-E2FA-3C9FC672FAC6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context</a:t>
              </a:r>
            </a:p>
          </p:txBody>
        </p:sp>
        <p:sp>
          <p:nvSpPr>
            <p:cNvPr id="67" name="Flowchart: Off-page Connector 66">
              <a:extLst>
                <a:ext uri="{FF2B5EF4-FFF2-40B4-BE49-F238E27FC236}">
                  <a16:creationId xmlns:a16="http://schemas.microsoft.com/office/drawing/2014/main" id="{3A2B11B3-EB5B-DE90-A13D-E61EF214A092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173FF02-0783-5707-250B-E57C0057F5B0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824676E8-0B24-610E-D2EC-55795458D4C9}"/>
              </a:ext>
            </a:extLst>
          </p:cNvPr>
          <p:cNvCxnSpPr>
            <a:cxnSpLocks/>
            <a:stCxn id="101" idx="3"/>
            <a:endCxn id="66" idx="0"/>
          </p:cNvCxnSpPr>
          <p:nvPr/>
        </p:nvCxnSpPr>
        <p:spPr>
          <a:xfrm>
            <a:off x="7038634" y="2158808"/>
            <a:ext cx="928530" cy="328831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7B4DB96-5446-CA8A-1226-9092DA60B8C5}"/>
              </a:ext>
            </a:extLst>
          </p:cNvPr>
          <p:cNvCxnSpPr>
            <a:cxnSpLocks/>
            <a:stCxn id="66" idx="0"/>
          </p:cNvCxnSpPr>
          <p:nvPr/>
        </p:nvCxnSpPr>
        <p:spPr>
          <a:xfrm flipH="1" flipV="1">
            <a:off x="7829511" y="1836941"/>
            <a:ext cx="137653" cy="6506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4BF38B8-24F3-02F6-B861-7416206D6152}"/>
              </a:ext>
            </a:extLst>
          </p:cNvPr>
          <p:cNvCxnSpPr>
            <a:cxnSpLocks/>
            <a:endCxn id="66" idx="0"/>
          </p:cNvCxnSpPr>
          <p:nvPr/>
        </p:nvCxnSpPr>
        <p:spPr>
          <a:xfrm flipH="1">
            <a:off x="7967164" y="1812047"/>
            <a:ext cx="301406" cy="675592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51392933-CBFC-0F82-BA24-06BBD1BAF3C1}"/>
              </a:ext>
            </a:extLst>
          </p:cNvPr>
          <p:cNvSpPr/>
          <p:nvPr/>
        </p:nvSpPr>
        <p:spPr>
          <a:xfrm>
            <a:off x="6083333" y="855901"/>
            <a:ext cx="3297441" cy="276475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r"/>
            <a:r>
              <a:rPr lang="en-US" sz="1100" dirty="0">
                <a:solidFill>
                  <a:schemeClr val="tx1"/>
                </a:solidFill>
              </a:rPr>
              <a:t>AWS</a:t>
            </a:r>
          </a:p>
          <a:p>
            <a:pPr algn="r"/>
            <a:r>
              <a:rPr lang="en-US" sz="1100" dirty="0">
                <a:solidFill>
                  <a:schemeClr val="tx1"/>
                </a:solidFill>
              </a:rPr>
              <a:t>Context</a:t>
            </a:r>
          </a:p>
          <a:p>
            <a:pPr algn="r"/>
            <a:r>
              <a:rPr lang="en-US" sz="1100" dirty="0">
                <a:solidFill>
                  <a:schemeClr val="tx1"/>
                </a:solidFill>
              </a:rPr>
              <a:t>Analyzer</a:t>
            </a:r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403E3F8-B5B8-ED80-2A96-26C69F5A0845}"/>
              </a:ext>
            </a:extLst>
          </p:cNvPr>
          <p:cNvGrpSpPr/>
          <p:nvPr/>
        </p:nvGrpSpPr>
        <p:grpSpPr>
          <a:xfrm>
            <a:off x="7152590" y="1021463"/>
            <a:ext cx="771421" cy="974099"/>
            <a:chOff x="3816085" y="2671396"/>
            <a:chExt cx="771421" cy="974099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8581C6EE-4380-F53B-2A05-78EC2E18D7E9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Audio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Analyzer</a:t>
              </a:r>
            </a:p>
          </p:txBody>
        </p:sp>
        <p:sp>
          <p:nvSpPr>
            <p:cNvPr id="96" name="Rectangle: Rounded Corners 95">
              <a:extLst>
                <a:ext uri="{FF2B5EF4-FFF2-40B4-BE49-F238E27FC236}">
                  <a16:creationId xmlns:a16="http://schemas.microsoft.com/office/drawing/2014/main" id="{1E54642B-A30A-58EC-0BD9-3F1B272B29A7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audio</a:t>
              </a:r>
            </a:p>
          </p:txBody>
        </p:sp>
        <p:sp>
          <p:nvSpPr>
            <p:cNvPr id="97" name="Flowchart: Off-page Connector 96">
              <a:extLst>
                <a:ext uri="{FF2B5EF4-FFF2-40B4-BE49-F238E27FC236}">
                  <a16:creationId xmlns:a16="http://schemas.microsoft.com/office/drawing/2014/main" id="{1B78CC3C-7A38-CAB7-17DB-DE94DD78E3B3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5D99D35-642D-3415-3DA9-7BE17E422A12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A3679C-00BC-6F01-57BC-66D2943C5B4A}"/>
              </a:ext>
            </a:extLst>
          </p:cNvPr>
          <p:cNvGrpSpPr/>
          <p:nvPr/>
        </p:nvGrpSpPr>
        <p:grpSpPr>
          <a:xfrm>
            <a:off x="6267214" y="1751069"/>
            <a:ext cx="771421" cy="974099"/>
            <a:chOff x="3816085" y="2671396"/>
            <a:chExt cx="771421" cy="974099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68D1C79-7180-DA0F-5F34-70AEFDAEB6F0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Glasses</a:t>
              </a:r>
            </a:p>
          </p:txBody>
        </p:sp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2B7E1AA9-F508-D1C3-99D1-48AD6B3E1AB8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glasses</a:t>
              </a:r>
            </a:p>
          </p:txBody>
        </p:sp>
        <p:sp>
          <p:nvSpPr>
            <p:cNvPr id="102" name="Flowchart: Off-page Connector 101">
              <a:extLst>
                <a:ext uri="{FF2B5EF4-FFF2-40B4-BE49-F238E27FC236}">
                  <a16:creationId xmlns:a16="http://schemas.microsoft.com/office/drawing/2014/main" id="{BD7A4967-8842-6EA3-91BC-51135E5E6C30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3DD914C-5807-46C9-5CB4-6E781F893CD7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3352A32-8D19-2176-C05B-FB07F4450EC8}"/>
              </a:ext>
            </a:extLst>
          </p:cNvPr>
          <p:cNvCxnSpPr>
            <a:cxnSpLocks/>
          </p:cNvCxnSpPr>
          <p:nvPr/>
        </p:nvCxnSpPr>
        <p:spPr>
          <a:xfrm flipV="1">
            <a:off x="3824370" y="1562242"/>
            <a:ext cx="2258963" cy="9266"/>
          </a:xfrm>
          <a:prstGeom prst="straightConnector1">
            <a:avLst/>
          </a:prstGeom>
          <a:ln w="28575">
            <a:solidFill>
              <a:schemeClr val="accent2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04883A35-6F0A-60F6-E8C8-5B79909942C5}"/>
              </a:ext>
            </a:extLst>
          </p:cNvPr>
          <p:cNvSpPr txBox="1"/>
          <p:nvPr/>
        </p:nvSpPr>
        <p:spPr>
          <a:xfrm>
            <a:off x="4541686" y="1405271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0930EAC-F35A-80E3-250D-52200A82382C}"/>
              </a:ext>
            </a:extLst>
          </p:cNvPr>
          <p:cNvCxnSpPr>
            <a:cxnSpLocks/>
            <a:stCxn id="5" idx="0"/>
            <a:endCxn id="31" idx="2"/>
          </p:cNvCxnSpPr>
          <p:nvPr/>
        </p:nvCxnSpPr>
        <p:spPr>
          <a:xfrm flipV="1">
            <a:off x="3419859" y="2371351"/>
            <a:ext cx="13766" cy="191354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984D0B08-A38E-44AC-4609-1708EC216A0F}"/>
              </a:ext>
            </a:extLst>
          </p:cNvPr>
          <p:cNvCxnSpPr>
            <a:cxnSpLocks/>
            <a:stCxn id="5" idx="0"/>
            <a:endCxn id="36" idx="2"/>
          </p:cNvCxnSpPr>
          <p:nvPr/>
        </p:nvCxnSpPr>
        <p:spPr>
          <a:xfrm flipV="1">
            <a:off x="3419859" y="3125392"/>
            <a:ext cx="1044270" cy="115950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BC7CC13B-5B6A-3C4D-09C2-B99D95D5A532}"/>
              </a:ext>
            </a:extLst>
          </p:cNvPr>
          <p:cNvCxnSpPr>
            <a:cxnSpLocks/>
            <a:stCxn id="4" idx="1"/>
            <a:endCxn id="41" idx="2"/>
          </p:cNvCxnSpPr>
          <p:nvPr/>
        </p:nvCxnSpPr>
        <p:spPr>
          <a:xfrm flipH="1" flipV="1">
            <a:off x="2662626" y="3471695"/>
            <a:ext cx="757233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45D5E0C4-BF17-5CB4-4628-E9920D169DCC}"/>
              </a:ext>
            </a:extLst>
          </p:cNvPr>
          <p:cNvCxnSpPr>
            <a:cxnSpLocks/>
            <a:stCxn id="4" idx="1"/>
            <a:endCxn id="25" idx="2"/>
          </p:cNvCxnSpPr>
          <p:nvPr/>
        </p:nvCxnSpPr>
        <p:spPr>
          <a:xfrm flipH="1" flipV="1">
            <a:off x="1451151" y="3471695"/>
            <a:ext cx="1968708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Flowchart: Multidocument 164">
            <a:extLst>
              <a:ext uri="{FF2B5EF4-FFF2-40B4-BE49-F238E27FC236}">
                <a16:creationId xmlns:a16="http://schemas.microsoft.com/office/drawing/2014/main" id="{F62B605B-9D9A-BA2E-1246-F28F1806A24C}"/>
              </a:ext>
            </a:extLst>
          </p:cNvPr>
          <p:cNvSpPr/>
          <p:nvPr/>
        </p:nvSpPr>
        <p:spPr>
          <a:xfrm>
            <a:off x="10166669" y="1389592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AWS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D25C8FE-0261-4290-94A9-96322B54AC0A}"/>
              </a:ext>
            </a:extLst>
          </p:cNvPr>
          <p:cNvCxnSpPr>
            <a:cxnSpLocks/>
          </p:cNvCxnSpPr>
          <p:nvPr/>
        </p:nvCxnSpPr>
        <p:spPr>
          <a:xfrm flipH="1" flipV="1">
            <a:off x="9790608" y="874216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20941654-7505-4A72-5E93-978FAE2B3D18}"/>
              </a:ext>
            </a:extLst>
          </p:cNvPr>
          <p:cNvCxnSpPr>
            <a:cxnSpLocks/>
            <a:stCxn id="165" idx="1"/>
          </p:cNvCxnSpPr>
          <p:nvPr/>
        </p:nvCxnSpPr>
        <p:spPr>
          <a:xfrm flipH="1">
            <a:off x="9369881" y="1732492"/>
            <a:ext cx="796788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65320831-EBF1-8154-BF14-0821186A4102}"/>
              </a:ext>
            </a:extLst>
          </p:cNvPr>
          <p:cNvSpPr txBox="1"/>
          <p:nvPr/>
        </p:nvSpPr>
        <p:spPr>
          <a:xfrm>
            <a:off x="9523708" y="1562242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sp>
        <p:nvSpPr>
          <p:cNvPr id="179" name="Freeform: Shape 178">
            <a:extLst>
              <a:ext uri="{FF2B5EF4-FFF2-40B4-BE49-F238E27FC236}">
                <a16:creationId xmlns:a16="http://schemas.microsoft.com/office/drawing/2014/main" id="{73EFE373-4735-9A20-9AC4-39BD067AFBF8}"/>
              </a:ext>
            </a:extLst>
          </p:cNvPr>
          <p:cNvSpPr/>
          <p:nvPr/>
        </p:nvSpPr>
        <p:spPr>
          <a:xfrm>
            <a:off x="3433625" y="2393125"/>
            <a:ext cx="2653140" cy="1165643"/>
          </a:xfrm>
          <a:custGeom>
            <a:avLst/>
            <a:gdLst>
              <a:gd name="connsiteX0" fmla="*/ 2669309 w 2669309"/>
              <a:gd name="connsiteY0" fmla="*/ 711200 h 1166549"/>
              <a:gd name="connsiteX1" fmla="*/ 1865745 w 2669309"/>
              <a:gd name="connsiteY1" fmla="*/ 1117600 h 1166549"/>
              <a:gd name="connsiteX2" fmla="*/ 960581 w 2669309"/>
              <a:gd name="connsiteY2" fmla="*/ 1034473 h 1166549"/>
              <a:gd name="connsiteX3" fmla="*/ 0 w 2669309"/>
              <a:gd name="connsiteY3" fmla="*/ 0 h 1166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9309" h="1166549">
                <a:moveTo>
                  <a:pt x="2669309" y="711200"/>
                </a:moveTo>
                <a:cubicBezTo>
                  <a:pt x="2409921" y="887460"/>
                  <a:pt x="2150533" y="1063721"/>
                  <a:pt x="1865745" y="1117600"/>
                </a:cubicBezTo>
                <a:cubicBezTo>
                  <a:pt x="1580957" y="1171479"/>
                  <a:pt x="1271538" y="1220740"/>
                  <a:pt x="960581" y="1034473"/>
                </a:cubicBezTo>
                <a:cubicBezTo>
                  <a:pt x="649624" y="848206"/>
                  <a:pt x="324812" y="424103"/>
                  <a:pt x="0" y="0"/>
                </a:cubicBezTo>
              </a:path>
            </a:pathLst>
          </a:custGeom>
          <a:ln w="19050"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F80EC0D-63F4-D0CE-7C0C-4331102F3F46}"/>
              </a:ext>
            </a:extLst>
          </p:cNvPr>
          <p:cNvSpPr txBox="1"/>
          <p:nvPr/>
        </p:nvSpPr>
        <p:spPr>
          <a:xfrm>
            <a:off x="5112623" y="3420782"/>
            <a:ext cx="261290" cy="1384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b="1" dirty="0"/>
              <a:t>maps</a:t>
            </a:r>
          </a:p>
        </p:txBody>
      </p:sp>
    </p:spTree>
    <p:extLst>
      <p:ext uri="{BB962C8B-B14F-4D97-AF65-F5344CB8AC3E}">
        <p14:creationId xmlns:p14="http://schemas.microsoft.com/office/powerpoint/2010/main" val="1011588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7F74D762-B5A3-7B54-4461-524A590C1349}"/>
              </a:ext>
            </a:extLst>
          </p:cNvPr>
          <p:cNvGrpSpPr/>
          <p:nvPr/>
        </p:nvGrpSpPr>
        <p:grpSpPr>
          <a:xfrm>
            <a:off x="4513025" y="2121980"/>
            <a:ext cx="3165950" cy="2614040"/>
            <a:chOff x="3554741" y="1224018"/>
            <a:chExt cx="3165950" cy="261404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2AF14AF-0AC9-C02B-7F3A-BD174B03D6B9}"/>
                </a:ext>
              </a:extLst>
            </p:cNvPr>
            <p:cNvSpPr txBox="1"/>
            <p:nvPr/>
          </p:nvSpPr>
          <p:spPr>
            <a:xfrm>
              <a:off x="4838997" y="3530281"/>
              <a:ext cx="67326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Runtime</a:t>
              </a:r>
            </a:p>
            <a:p>
              <a:r>
                <a:rPr lang="en-US" dirty="0"/>
                <a:t>Environment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D6E3D47-B240-8625-BD79-907C9A2F5024}"/>
                </a:ext>
              </a:extLst>
            </p:cNvPr>
            <p:cNvSpPr txBox="1"/>
            <p:nvPr/>
          </p:nvSpPr>
          <p:spPr>
            <a:xfrm>
              <a:off x="4838997" y="1224018"/>
              <a:ext cx="67326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Runtime</a:t>
              </a:r>
            </a:p>
            <a:p>
              <a:r>
                <a:rPr lang="en-US" dirty="0"/>
                <a:t>Environment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586C25-E033-E60B-56ED-6B0CF1BE1D8F}"/>
                </a:ext>
              </a:extLst>
            </p:cNvPr>
            <p:cNvSpPr txBox="1"/>
            <p:nvPr/>
          </p:nvSpPr>
          <p:spPr>
            <a:xfrm>
              <a:off x="3554741" y="2885650"/>
              <a:ext cx="700513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Management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C827346-163F-EA00-4115-78725DB89C8A}"/>
                </a:ext>
              </a:extLst>
            </p:cNvPr>
            <p:cNvSpPr txBox="1"/>
            <p:nvPr/>
          </p:nvSpPr>
          <p:spPr>
            <a:xfrm>
              <a:off x="3580389" y="1837256"/>
              <a:ext cx="674865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sz="1000" dirty="0"/>
                <a:t>Core</a:t>
              </a:r>
            </a:p>
            <a:p>
              <a:pPr algn="ctr"/>
              <a:r>
                <a:rPr lang="en-US" sz="1000" dirty="0"/>
                <a:t>Functionality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6ABFA17-FAA5-3D41-19D4-49DC5AA68718}"/>
                </a:ext>
              </a:extLst>
            </p:cNvPr>
            <p:cNvSpPr txBox="1"/>
            <p:nvPr/>
          </p:nvSpPr>
          <p:spPr>
            <a:xfrm>
              <a:off x="6135595" y="2926843"/>
              <a:ext cx="419987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Security</a:t>
              </a:r>
            </a:p>
          </p:txBody>
        </p:sp>
        <p:sp>
          <p:nvSpPr>
            <p:cNvPr id="17" name="Hexagon 16">
              <a:extLst>
                <a:ext uri="{FF2B5EF4-FFF2-40B4-BE49-F238E27FC236}">
                  <a16:creationId xmlns:a16="http://schemas.microsoft.com/office/drawing/2014/main" id="{E95C2F97-BFE3-C3EE-B395-03B667E469E8}"/>
                </a:ext>
              </a:extLst>
            </p:cNvPr>
            <p:cNvSpPr/>
            <p:nvPr/>
          </p:nvSpPr>
          <p:spPr>
            <a:xfrm>
              <a:off x="4267200" y="1724973"/>
              <a:ext cx="1828800" cy="1581912"/>
            </a:xfrm>
            <a:prstGeom prst="hexagon">
              <a:avLst>
                <a:gd name="adj" fmla="val 27384"/>
                <a:gd name="vf" fmla="val 115470"/>
              </a:avLst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8" name="Arrow: Chevron 17">
              <a:extLst>
                <a:ext uri="{FF2B5EF4-FFF2-40B4-BE49-F238E27FC236}">
                  <a16:creationId xmlns:a16="http://schemas.microsoft.com/office/drawing/2014/main" id="{4B046BA9-74BE-E637-5424-7FD01C6DD2C6}"/>
                </a:ext>
              </a:extLst>
            </p:cNvPr>
            <p:cNvSpPr/>
            <p:nvPr/>
          </p:nvSpPr>
          <p:spPr>
            <a:xfrm rot="1800000">
              <a:off x="4318684" y="1889001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19" name="Arrow: Pentagon 18">
              <a:extLst>
                <a:ext uri="{FF2B5EF4-FFF2-40B4-BE49-F238E27FC236}">
                  <a16:creationId xmlns:a16="http://schemas.microsoft.com/office/drawing/2014/main" id="{6F7338BE-CB1B-7E4E-8D94-1D2FD5A03765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745956" y="2659976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 dirty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3" name="Arrow: Chevron 2">
              <a:extLst>
                <a:ext uri="{FF2B5EF4-FFF2-40B4-BE49-F238E27FC236}">
                  <a16:creationId xmlns:a16="http://schemas.microsoft.com/office/drawing/2014/main" id="{CEF36FB4-7E3D-790A-59D4-5F84839D8DD3}"/>
                </a:ext>
              </a:extLst>
            </p:cNvPr>
            <p:cNvSpPr/>
            <p:nvPr/>
          </p:nvSpPr>
          <p:spPr>
            <a:xfrm rot="5400000">
              <a:off x="5011035" y="1485952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846BF63E-1BEF-06F8-E940-C6F835AC8D07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010536" y="3063920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1" name="Arrow: Chevron 20">
              <a:extLst>
                <a:ext uri="{FF2B5EF4-FFF2-40B4-BE49-F238E27FC236}">
                  <a16:creationId xmlns:a16="http://schemas.microsoft.com/office/drawing/2014/main" id="{8681C469-77F3-DC1E-9772-B21B0DEFCA45}"/>
                </a:ext>
              </a:extLst>
            </p:cNvPr>
            <p:cNvSpPr/>
            <p:nvPr/>
          </p:nvSpPr>
          <p:spPr>
            <a:xfrm rot="9000000">
              <a:off x="5746455" y="1889001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3" name="Arrow: Pentagon 22">
              <a:extLst>
                <a:ext uri="{FF2B5EF4-FFF2-40B4-BE49-F238E27FC236}">
                  <a16:creationId xmlns:a16="http://schemas.microsoft.com/office/drawing/2014/main" id="{1995ACD3-1374-527A-6A1C-2E38EF914677}"/>
                </a:ext>
              </a:extLst>
            </p:cNvPr>
            <p:cNvSpPr>
              <a:spLocks noChangeAspect="1"/>
            </p:cNvSpPr>
            <p:nvPr/>
          </p:nvSpPr>
          <p:spPr>
            <a:xfrm rot="9000000">
              <a:off x="4318185" y="2659976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 dirty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74B31CB-55E7-DB6C-6319-DE608E766ED0}"/>
                </a:ext>
              </a:extLst>
            </p:cNvPr>
            <p:cNvSpPr txBox="1"/>
            <p:nvPr/>
          </p:nvSpPr>
          <p:spPr>
            <a:xfrm>
              <a:off x="6135595" y="1918091"/>
              <a:ext cx="585096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Monitoring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55666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3C166FC-2FBD-9E88-15CA-22E6FDF98AD3}"/>
              </a:ext>
            </a:extLst>
          </p:cNvPr>
          <p:cNvCxnSpPr>
            <a:cxnSpLocks/>
          </p:cNvCxnSpPr>
          <p:nvPr/>
        </p:nvCxnSpPr>
        <p:spPr>
          <a:xfrm flipV="1">
            <a:off x="5817680" y="3175052"/>
            <a:ext cx="540563" cy="949734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ED067B3-94DD-863D-3326-118B3FD359F2}"/>
              </a:ext>
            </a:extLst>
          </p:cNvPr>
          <p:cNvCxnSpPr>
            <a:cxnSpLocks/>
          </p:cNvCxnSpPr>
          <p:nvPr/>
        </p:nvCxnSpPr>
        <p:spPr>
          <a:xfrm flipH="1" flipV="1">
            <a:off x="6967530" y="3067441"/>
            <a:ext cx="981260" cy="1103204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19922CC-D8E2-A54F-B6EA-BDC8F1E5EDE2}"/>
              </a:ext>
            </a:extLst>
          </p:cNvPr>
          <p:cNvCxnSpPr>
            <a:cxnSpLocks/>
            <a:endCxn id="3" idx="2"/>
          </p:cNvCxnSpPr>
          <p:nvPr/>
        </p:nvCxnSpPr>
        <p:spPr>
          <a:xfrm flipH="1" flipV="1">
            <a:off x="6700254" y="3132226"/>
            <a:ext cx="171863" cy="992560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AECE77E-5FC8-CC3C-5A4B-E1BB9C75139C}"/>
              </a:ext>
            </a:extLst>
          </p:cNvPr>
          <p:cNvCxnSpPr>
            <a:cxnSpLocks/>
          </p:cNvCxnSpPr>
          <p:nvPr/>
        </p:nvCxnSpPr>
        <p:spPr>
          <a:xfrm flipV="1">
            <a:off x="3524587" y="1587033"/>
            <a:ext cx="836251" cy="415005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1F8987-E183-D69F-7730-0A59AE600927}"/>
              </a:ext>
            </a:extLst>
          </p:cNvPr>
          <p:cNvCxnSpPr>
            <a:cxnSpLocks/>
          </p:cNvCxnSpPr>
          <p:nvPr/>
        </p:nvCxnSpPr>
        <p:spPr>
          <a:xfrm flipH="1" flipV="1">
            <a:off x="5261987" y="1469624"/>
            <a:ext cx="1044652" cy="1064829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ED395F2-628A-524A-A355-693E0D05D893}"/>
              </a:ext>
            </a:extLst>
          </p:cNvPr>
          <p:cNvGrpSpPr/>
          <p:nvPr/>
        </p:nvGrpSpPr>
        <p:grpSpPr>
          <a:xfrm>
            <a:off x="4260934" y="623420"/>
            <a:ext cx="1152150" cy="982296"/>
            <a:chOff x="4171829" y="1725228"/>
            <a:chExt cx="1152150" cy="982296"/>
          </a:xfrm>
        </p:grpSpPr>
        <p:sp>
          <p:nvSpPr>
            <p:cNvPr id="11" name="Flowchart: Multidocument 10">
              <a:extLst>
                <a:ext uri="{FF2B5EF4-FFF2-40B4-BE49-F238E27FC236}">
                  <a16:creationId xmlns:a16="http://schemas.microsoft.com/office/drawing/2014/main" id="{04C52AB1-DB63-400E-0C51-63BC2EB5D291}"/>
                </a:ext>
              </a:extLst>
            </p:cNvPr>
            <p:cNvSpPr/>
            <p:nvPr/>
          </p:nvSpPr>
          <p:spPr>
            <a:xfrm>
              <a:off x="4290704" y="2021724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Core Profile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69D0241-086D-AA8C-88E2-4FD64AD7E489}"/>
                </a:ext>
              </a:extLst>
            </p:cNvPr>
            <p:cNvSpPr txBox="1"/>
            <p:nvPr/>
          </p:nvSpPr>
          <p:spPr>
            <a:xfrm>
              <a:off x="4171829" y="1725228"/>
              <a:ext cx="115215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Shared Definitions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6F88148-E40C-AD8D-9713-B32590C7ED15}"/>
              </a:ext>
            </a:extLst>
          </p:cNvPr>
          <p:cNvGrpSpPr/>
          <p:nvPr/>
        </p:nvGrpSpPr>
        <p:grpSpPr>
          <a:xfrm>
            <a:off x="2567119" y="1580055"/>
            <a:ext cx="914401" cy="1122349"/>
            <a:chOff x="2537811" y="1900092"/>
            <a:chExt cx="914401" cy="1122349"/>
          </a:xfrm>
        </p:grpSpPr>
        <p:sp>
          <p:nvSpPr>
            <p:cNvPr id="2" name="Flowchart: Multidocument 1">
              <a:extLst>
                <a:ext uri="{FF2B5EF4-FFF2-40B4-BE49-F238E27FC236}">
                  <a16:creationId xmlns:a16="http://schemas.microsoft.com/office/drawing/2014/main" id="{98CF8CF5-EEE5-13D2-D8E3-EFFFB9A1AECE}"/>
                </a:ext>
              </a:extLst>
            </p:cNvPr>
            <p:cNvSpPr/>
            <p:nvPr/>
          </p:nvSpPr>
          <p:spPr>
            <a:xfrm>
              <a:off x="2537811" y="233664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Common Profile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07067B-B010-C697-2C0E-9D285B242743}"/>
                </a:ext>
              </a:extLst>
            </p:cNvPr>
            <p:cNvSpPr txBox="1"/>
            <p:nvPr/>
          </p:nvSpPr>
          <p:spPr>
            <a:xfrm>
              <a:off x="2537811" y="1900092"/>
              <a:ext cx="91440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Abstract Definitions</a:t>
              </a:r>
            </a:p>
          </p:txBody>
        </p:sp>
      </p:grpSp>
      <p:sp>
        <p:nvSpPr>
          <p:cNvPr id="3" name="Flowchart: Multidocument 2">
            <a:extLst>
              <a:ext uri="{FF2B5EF4-FFF2-40B4-BE49-F238E27FC236}">
                <a16:creationId xmlns:a16="http://schemas.microsoft.com/office/drawing/2014/main" id="{EC009B6F-8E9E-4D22-AE73-7C93D36EF2C5}"/>
              </a:ext>
            </a:extLst>
          </p:cNvPr>
          <p:cNvSpPr/>
          <p:nvPr/>
        </p:nvSpPr>
        <p:spPr>
          <a:xfrm>
            <a:off x="6306639" y="2472397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IaaS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7702F9-A6DC-F401-DD1F-2D0BB0DE790E}"/>
              </a:ext>
            </a:extLst>
          </p:cNvPr>
          <p:cNvSpPr txBox="1"/>
          <p:nvPr/>
        </p:nvSpPr>
        <p:spPr>
          <a:xfrm>
            <a:off x="6586707" y="3518960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BA8348-D57F-285A-C1DC-F0F8E81DB9A2}"/>
              </a:ext>
            </a:extLst>
          </p:cNvPr>
          <p:cNvSpPr txBox="1"/>
          <p:nvPr/>
        </p:nvSpPr>
        <p:spPr>
          <a:xfrm>
            <a:off x="5997073" y="3487603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349EFD-2C17-393D-36F5-A04454845239}"/>
              </a:ext>
            </a:extLst>
          </p:cNvPr>
          <p:cNvSpPr txBox="1"/>
          <p:nvPr/>
        </p:nvSpPr>
        <p:spPr>
          <a:xfrm>
            <a:off x="5574194" y="1900092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E0F2E6-888D-91E4-4BA2-F5E05A89E5C8}"/>
              </a:ext>
            </a:extLst>
          </p:cNvPr>
          <p:cNvSpPr txBox="1"/>
          <p:nvPr/>
        </p:nvSpPr>
        <p:spPr>
          <a:xfrm>
            <a:off x="3686197" y="1753788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import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297161C-FDFB-8372-F9B2-95C4BB04F66C}"/>
              </a:ext>
            </a:extLst>
          </p:cNvPr>
          <p:cNvGrpSpPr/>
          <p:nvPr/>
        </p:nvGrpSpPr>
        <p:grpSpPr>
          <a:xfrm>
            <a:off x="4904623" y="4187500"/>
            <a:ext cx="1298452" cy="1088462"/>
            <a:chOff x="5157002" y="4582599"/>
            <a:chExt cx="1298452" cy="1088462"/>
          </a:xfrm>
        </p:grpSpPr>
        <p:sp>
          <p:nvSpPr>
            <p:cNvPr id="4" name="Flowchart: Multidocument 3">
              <a:extLst>
                <a:ext uri="{FF2B5EF4-FFF2-40B4-BE49-F238E27FC236}">
                  <a16:creationId xmlns:a16="http://schemas.microsoft.com/office/drawing/2014/main" id="{E4BD5CEF-7B3A-F6B9-5350-221ACC3B4D58}"/>
                </a:ext>
              </a:extLst>
            </p:cNvPr>
            <p:cNvSpPr/>
            <p:nvPr/>
          </p:nvSpPr>
          <p:spPr>
            <a:xfrm>
              <a:off x="5349028" y="4582599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AWS Profile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0FD6490-862D-0A7E-CD7B-B77407D189B7}"/>
                </a:ext>
              </a:extLst>
            </p:cNvPr>
            <p:cNvSpPr txBox="1"/>
            <p:nvPr/>
          </p:nvSpPr>
          <p:spPr>
            <a:xfrm>
              <a:off x="5157002" y="5270951"/>
              <a:ext cx="12984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Vendor Specific  Definitions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38E28D0-9A97-6A16-8450-167396999F24}"/>
              </a:ext>
            </a:extLst>
          </p:cNvPr>
          <p:cNvGrpSpPr/>
          <p:nvPr/>
        </p:nvGrpSpPr>
        <p:grpSpPr>
          <a:xfrm>
            <a:off x="6331667" y="4187500"/>
            <a:ext cx="1298452" cy="1102765"/>
            <a:chOff x="6801099" y="4582599"/>
            <a:chExt cx="1298452" cy="1102765"/>
          </a:xfrm>
        </p:grpSpPr>
        <p:sp>
          <p:nvSpPr>
            <p:cNvPr id="6" name="Flowchart: Multidocument 5">
              <a:extLst>
                <a:ext uri="{FF2B5EF4-FFF2-40B4-BE49-F238E27FC236}">
                  <a16:creationId xmlns:a16="http://schemas.microsoft.com/office/drawing/2014/main" id="{18398E36-287B-B2FE-6BBA-7799599EA76C}"/>
                </a:ext>
              </a:extLst>
            </p:cNvPr>
            <p:cNvSpPr/>
            <p:nvPr/>
          </p:nvSpPr>
          <p:spPr>
            <a:xfrm>
              <a:off x="6993125" y="4582599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OpenStack Profile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F225E2C-6157-3B3B-93BD-E4D4A22F35A8}"/>
                </a:ext>
              </a:extLst>
            </p:cNvPr>
            <p:cNvSpPr txBox="1"/>
            <p:nvPr/>
          </p:nvSpPr>
          <p:spPr>
            <a:xfrm>
              <a:off x="6801099" y="5285254"/>
              <a:ext cx="12984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Vendor Specific  Definitions</a:t>
              </a:r>
            </a:p>
          </p:txBody>
        </p:sp>
      </p:grpSp>
      <p:sp>
        <p:nvSpPr>
          <p:cNvPr id="5" name="Flowchart: Multidocument 4">
            <a:extLst>
              <a:ext uri="{FF2B5EF4-FFF2-40B4-BE49-F238E27FC236}">
                <a16:creationId xmlns:a16="http://schemas.microsoft.com/office/drawing/2014/main" id="{9ABF8E2D-4F30-107C-C91B-38A8217A03C3}"/>
              </a:ext>
            </a:extLst>
          </p:cNvPr>
          <p:cNvSpPr/>
          <p:nvPr/>
        </p:nvSpPr>
        <p:spPr>
          <a:xfrm>
            <a:off x="7886084" y="4187500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Proxmox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76762B-DE56-28B3-919B-D1AC20FD745B}"/>
              </a:ext>
            </a:extLst>
          </p:cNvPr>
          <p:cNvSpPr txBox="1"/>
          <p:nvPr/>
        </p:nvSpPr>
        <p:spPr>
          <a:xfrm>
            <a:off x="7694058" y="4890155"/>
            <a:ext cx="12984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00"/>
            </a:lvl1pPr>
          </a:lstStyle>
          <a:p>
            <a:r>
              <a:rPr lang="en-US" dirty="0"/>
              <a:t>Vendor Specific  Definitions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77B4B9-C7CA-621D-C0CB-2E3F9BDCDF8E}"/>
              </a:ext>
            </a:extLst>
          </p:cNvPr>
          <p:cNvSpPr txBox="1"/>
          <p:nvPr/>
        </p:nvSpPr>
        <p:spPr>
          <a:xfrm>
            <a:off x="7203742" y="3496031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38" name="Flowchart: Multidocument 37">
            <a:extLst>
              <a:ext uri="{FF2B5EF4-FFF2-40B4-BE49-F238E27FC236}">
                <a16:creationId xmlns:a16="http://schemas.microsoft.com/office/drawing/2014/main" id="{9037B3AE-9D04-095D-F3DB-FAFFB7F7A023}"/>
              </a:ext>
            </a:extLst>
          </p:cNvPr>
          <p:cNvSpPr/>
          <p:nvPr/>
        </p:nvSpPr>
        <p:spPr>
          <a:xfrm>
            <a:off x="7886084" y="2327600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Kubernetes Profile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D4CBF4D-F78B-A125-E8AD-42DF1A336318}"/>
              </a:ext>
            </a:extLst>
          </p:cNvPr>
          <p:cNvCxnSpPr>
            <a:cxnSpLocks/>
          </p:cNvCxnSpPr>
          <p:nvPr/>
        </p:nvCxnSpPr>
        <p:spPr>
          <a:xfrm flipH="1" flipV="1">
            <a:off x="5294209" y="1406910"/>
            <a:ext cx="2523911" cy="1033627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92A4F98-22D6-686F-C297-ADE3A81BF790}"/>
              </a:ext>
            </a:extLst>
          </p:cNvPr>
          <p:cNvSpPr txBox="1"/>
          <p:nvPr/>
        </p:nvSpPr>
        <p:spPr>
          <a:xfrm>
            <a:off x="6080913" y="1733640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44" name="Flowchart: Multidocument 43">
            <a:extLst>
              <a:ext uri="{FF2B5EF4-FFF2-40B4-BE49-F238E27FC236}">
                <a16:creationId xmlns:a16="http://schemas.microsoft.com/office/drawing/2014/main" id="{8A3F6EBC-0DFC-3610-A275-75A659A41DC6}"/>
              </a:ext>
            </a:extLst>
          </p:cNvPr>
          <p:cNvSpPr/>
          <p:nvPr/>
        </p:nvSpPr>
        <p:spPr>
          <a:xfrm>
            <a:off x="762908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Network Profile</a:t>
            </a:r>
          </a:p>
        </p:txBody>
      </p:sp>
      <p:sp>
        <p:nvSpPr>
          <p:cNvPr id="46" name="Flowchart: Multidocument 45">
            <a:extLst>
              <a:ext uri="{FF2B5EF4-FFF2-40B4-BE49-F238E27FC236}">
                <a16:creationId xmlns:a16="http://schemas.microsoft.com/office/drawing/2014/main" id="{598ADD74-89EF-BE30-020C-10C0F9B75FFF}"/>
              </a:ext>
            </a:extLst>
          </p:cNvPr>
          <p:cNvSpPr/>
          <p:nvPr/>
        </p:nvSpPr>
        <p:spPr>
          <a:xfrm>
            <a:off x="1838393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Data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47" name="Flowchart: Multidocument 46">
            <a:extLst>
              <a:ext uri="{FF2B5EF4-FFF2-40B4-BE49-F238E27FC236}">
                <a16:creationId xmlns:a16="http://schemas.microsoft.com/office/drawing/2014/main" id="{D8DE2728-2273-4D95-BF94-0FEC5A75C070}"/>
              </a:ext>
            </a:extLst>
          </p:cNvPr>
          <p:cNvSpPr/>
          <p:nvPr/>
        </p:nvSpPr>
        <p:spPr>
          <a:xfrm>
            <a:off x="2913878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Application Profile</a:t>
            </a:r>
          </a:p>
        </p:txBody>
      </p:sp>
      <p:sp>
        <p:nvSpPr>
          <p:cNvPr id="48" name="Flowchart: Multidocument 47">
            <a:extLst>
              <a:ext uri="{FF2B5EF4-FFF2-40B4-BE49-F238E27FC236}">
                <a16:creationId xmlns:a16="http://schemas.microsoft.com/office/drawing/2014/main" id="{3CA9DA77-F414-8110-5A93-3AE4C50AD650}"/>
              </a:ext>
            </a:extLst>
          </p:cNvPr>
          <p:cNvSpPr/>
          <p:nvPr/>
        </p:nvSpPr>
        <p:spPr>
          <a:xfrm>
            <a:off x="3989362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Platform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20B4573-CE3C-BD6E-9587-4DD17F7A37DE}"/>
              </a:ext>
            </a:extLst>
          </p:cNvPr>
          <p:cNvCxnSpPr>
            <a:cxnSpLocks/>
          </p:cNvCxnSpPr>
          <p:nvPr/>
        </p:nvCxnSpPr>
        <p:spPr>
          <a:xfrm flipV="1">
            <a:off x="1349283" y="2661356"/>
            <a:ext cx="1170130" cy="597032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4035C2-D3BC-8141-3539-470725D5FDF2}"/>
              </a:ext>
            </a:extLst>
          </p:cNvPr>
          <p:cNvCxnSpPr>
            <a:cxnSpLocks/>
          </p:cNvCxnSpPr>
          <p:nvPr/>
        </p:nvCxnSpPr>
        <p:spPr>
          <a:xfrm flipH="1" flipV="1">
            <a:off x="3343646" y="2615636"/>
            <a:ext cx="1138391" cy="637235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5BDC8CB-7D87-5391-9539-6FEA49D8B383}"/>
              </a:ext>
            </a:extLst>
          </p:cNvPr>
          <p:cNvCxnSpPr>
            <a:cxnSpLocks/>
          </p:cNvCxnSpPr>
          <p:nvPr/>
        </p:nvCxnSpPr>
        <p:spPr>
          <a:xfrm flipV="1">
            <a:off x="2358500" y="2728173"/>
            <a:ext cx="359177" cy="542986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4B169D2-393F-1D1C-3B1B-DA37A7D7DD6B}"/>
              </a:ext>
            </a:extLst>
          </p:cNvPr>
          <p:cNvCxnSpPr>
            <a:cxnSpLocks/>
          </p:cNvCxnSpPr>
          <p:nvPr/>
        </p:nvCxnSpPr>
        <p:spPr>
          <a:xfrm flipH="1" flipV="1">
            <a:off x="3128700" y="2633924"/>
            <a:ext cx="305285" cy="628091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</p:spTree>
    <p:extLst>
      <p:ext uri="{BB962C8B-B14F-4D97-AF65-F5344CB8AC3E}">
        <p14:creationId xmlns:p14="http://schemas.microsoft.com/office/powerpoint/2010/main" val="3174812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1066</TotalTime>
  <Words>477</Words>
  <Application>Microsoft Office PowerPoint</Application>
  <PresentationFormat>Widescreen</PresentationFormat>
  <Paragraphs>353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 Lauwers</dc:creator>
  <cp:lastModifiedBy>Chris Lauwers</cp:lastModifiedBy>
  <cp:revision>313</cp:revision>
  <dcterms:created xsi:type="dcterms:W3CDTF">2022-06-04T21:42:55Z</dcterms:created>
  <dcterms:modified xsi:type="dcterms:W3CDTF">2025-11-14T01:16:27Z</dcterms:modified>
</cp:coreProperties>
</file>