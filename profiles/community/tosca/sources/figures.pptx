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7" r:id="rId2"/>
    <p:sldId id="260" r:id="rId3"/>
    <p:sldId id="259" r:id="rId4"/>
    <p:sldId id="263" r:id="rId5"/>
    <p:sldId id="268" r:id="rId6"/>
    <p:sldId id="261" r:id="rId7"/>
    <p:sldId id="269" r:id="rId8"/>
    <p:sldId id="273" r:id="rId9"/>
    <p:sldId id="274" r:id="rId10"/>
    <p:sldId id="272" r:id="rId11"/>
    <p:sldId id="275" r:id="rId12"/>
    <p:sldId id="270" r:id="rId13"/>
    <p:sldId id="271" r:id="rId14"/>
    <p:sldId id="264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1005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05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8EC0F2D-55A2-77F8-364B-532B0F5DF73A}"/>
              </a:ext>
            </a:extLst>
          </p:cNvPr>
          <p:cNvCxnSpPr>
            <a:cxnSpLocks/>
            <a:stCxn id="31" idx="2"/>
            <a:endCxn id="51" idx="0"/>
          </p:cNvCxnSpPr>
          <p:nvPr/>
        </p:nvCxnSpPr>
        <p:spPr>
          <a:xfrm>
            <a:off x="3433625" y="2371351"/>
            <a:ext cx="1113" cy="10757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61D385A-A4F7-DE9F-9B55-627781BF05BA}"/>
              </a:ext>
            </a:extLst>
          </p:cNvPr>
          <p:cNvSpPr txBox="1"/>
          <p:nvPr/>
        </p:nvSpPr>
        <p:spPr>
          <a:xfrm>
            <a:off x="2964912" y="3143249"/>
            <a:ext cx="931045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</a:t>
            </a:r>
          </a:p>
        </p:txBody>
      </p:sp>
      <p:sp>
        <p:nvSpPr>
          <p:cNvPr id="45" name="Flowchart: Predefined Process 44">
            <a:extLst>
              <a:ext uri="{FF2B5EF4-FFF2-40B4-BE49-F238E27FC236}">
                <a16:creationId xmlns:a16="http://schemas.microsoft.com/office/drawing/2014/main" id="{59371773-3E5E-C597-9B34-C8DAA57FD8AB}"/>
              </a:ext>
            </a:extLst>
          </p:cNvPr>
          <p:cNvSpPr/>
          <p:nvPr/>
        </p:nvSpPr>
        <p:spPr>
          <a:xfrm>
            <a:off x="3616581" y="3289532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71F494-A2BE-26F5-A96E-03470A36C77C}"/>
              </a:ext>
            </a:extLst>
          </p:cNvPr>
          <p:cNvCxnSpPr>
            <a:cxnSpLocks/>
          </p:cNvCxnSpPr>
          <p:nvPr/>
        </p:nvCxnSpPr>
        <p:spPr>
          <a:xfrm flipH="1">
            <a:off x="2612771" y="3685065"/>
            <a:ext cx="812636" cy="405914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14625D-EC49-6D02-4F16-36239385436A}"/>
              </a:ext>
            </a:extLst>
          </p:cNvPr>
          <p:cNvCxnSpPr>
            <a:cxnSpLocks/>
          </p:cNvCxnSpPr>
          <p:nvPr/>
        </p:nvCxnSpPr>
        <p:spPr>
          <a:xfrm>
            <a:off x="3425407" y="3685065"/>
            <a:ext cx="804820" cy="40740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BE49F7-8569-4CE1-53B6-6493E683E824}"/>
              </a:ext>
            </a:extLst>
          </p:cNvPr>
          <p:cNvCxnSpPr>
            <a:cxnSpLocks/>
          </p:cNvCxnSpPr>
          <p:nvPr/>
        </p:nvCxnSpPr>
        <p:spPr>
          <a:xfrm flipH="1">
            <a:off x="3421109" y="3685065"/>
            <a:ext cx="4298" cy="40591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726C78E2-E48A-AC1C-FCFC-76B37172E473}"/>
              </a:ext>
            </a:extLst>
          </p:cNvPr>
          <p:cNvSpPr/>
          <p:nvPr/>
        </p:nvSpPr>
        <p:spPr>
          <a:xfrm>
            <a:off x="3320438" y="3447134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E67B4CD-A46C-6355-D0A0-76F7E81ADB03}"/>
              </a:ext>
            </a:extLst>
          </p:cNvPr>
          <p:cNvCxnSpPr>
            <a:cxnSpLocks/>
            <a:stCxn id="51" idx="4"/>
          </p:cNvCxnSpPr>
          <p:nvPr/>
        </p:nvCxnSpPr>
        <p:spPr>
          <a:xfrm flipH="1">
            <a:off x="1657296" y="3675734"/>
            <a:ext cx="1777442" cy="43672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30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22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FCC915-D903-040A-775C-0EB3AC166C2C}"/>
              </a:ext>
            </a:extLst>
          </p:cNvPr>
          <p:cNvGrpSpPr/>
          <p:nvPr/>
        </p:nvGrpSpPr>
        <p:grpSpPr>
          <a:xfrm>
            <a:off x="8268571" y="3103569"/>
            <a:ext cx="771421" cy="974099"/>
            <a:chOff x="3816085" y="2671396"/>
            <a:chExt cx="771421" cy="974099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FC52D99-1665-A67B-F321-FC593993E012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FECBDDA-3FFD-D119-E993-AC153F7D7B3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9F5DE1F-8EA0-F408-4D6C-5C7F4C0287C5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B2749D6-D2B1-90C2-5FB7-A5CF85F8803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489091" y="2219786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7038634" y="2158808"/>
            <a:ext cx="450457" cy="180305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48442" y="1804991"/>
            <a:ext cx="26359" cy="414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098C76-2B7D-0642-74A7-7157B4BB8064}"/>
              </a:ext>
            </a:extLst>
          </p:cNvPr>
          <p:cNvCxnSpPr>
            <a:cxnSpLocks/>
          </p:cNvCxnSpPr>
          <p:nvPr/>
        </p:nvCxnSpPr>
        <p:spPr>
          <a:xfrm>
            <a:off x="8268570" y="2871837"/>
            <a:ext cx="144386" cy="19744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</p:cNvCxnSpPr>
          <p:nvPr/>
        </p:nvCxnSpPr>
        <p:spPr>
          <a:xfrm flipH="1">
            <a:off x="8130917" y="1812047"/>
            <a:ext cx="137653" cy="38083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360639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K8s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1989A88-7297-506F-9163-797D16351736}"/>
              </a:ext>
            </a:extLst>
          </p:cNvPr>
          <p:cNvGrpSpPr/>
          <p:nvPr/>
        </p:nvGrpSpPr>
        <p:grpSpPr>
          <a:xfrm>
            <a:off x="6692999" y="3214471"/>
            <a:ext cx="771421" cy="974099"/>
            <a:chOff x="3816085" y="2671396"/>
            <a:chExt cx="771421" cy="974099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22CD3B-54DB-5DD6-E449-0FD99ED17D0E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Provider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6C947836-1D68-186D-5C6D-9A4CA8EED05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87" name="Flowchart: Off-page Connector 86">
              <a:extLst>
                <a:ext uri="{FF2B5EF4-FFF2-40B4-BE49-F238E27FC236}">
                  <a16:creationId xmlns:a16="http://schemas.microsoft.com/office/drawing/2014/main" id="{AC0A2288-A556-0EE0-2BE2-7D1C47F3B5F6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83124A1-C53D-3786-7FE1-C73D23AC5589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51FDA66-A3F5-A2D8-3190-D85ADEE0B0C8}"/>
              </a:ext>
            </a:extLst>
          </p:cNvPr>
          <p:cNvCxnSpPr>
            <a:cxnSpLocks/>
            <a:stCxn id="70" idx="1"/>
            <a:endCxn id="86" idx="3"/>
          </p:cNvCxnSpPr>
          <p:nvPr/>
        </p:nvCxnSpPr>
        <p:spPr>
          <a:xfrm flipH="1">
            <a:off x="7464419" y="3511308"/>
            <a:ext cx="804152" cy="11090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3D3A74D-1DA1-9702-5A7C-2A75DFAA37D4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538F22E4-E803-19D9-3D08-A43D4FBC0814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202067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218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581454" y="2487639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Creator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  <a:endCxn id="66" idx="0"/>
          </p:cNvCxnSpPr>
          <p:nvPr/>
        </p:nvCxnSpPr>
        <p:spPr>
          <a:xfrm>
            <a:off x="7038634" y="2158808"/>
            <a:ext cx="928530" cy="32883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29511" y="1836941"/>
            <a:ext cx="137653" cy="6506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  <a:endCxn id="66" idx="0"/>
          </p:cNvCxnSpPr>
          <p:nvPr/>
        </p:nvCxnSpPr>
        <p:spPr>
          <a:xfrm flipH="1">
            <a:off x="7967164" y="1812047"/>
            <a:ext cx="301406" cy="67559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276475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AWS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AWS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73EFE373-4735-9A20-9AC4-39BD067AFBF8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80EC0D-63F4-D0CE-7C0C-4331102F3F46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1011588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</p:cNvCxnSpPr>
          <p:nvPr/>
        </p:nvCxnSpPr>
        <p:spPr>
          <a:xfrm flipV="1">
            <a:off x="5817680" y="3175052"/>
            <a:ext cx="540563" cy="94973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</p:cNvCxnSpPr>
          <p:nvPr/>
        </p:nvCxnSpPr>
        <p:spPr>
          <a:xfrm flipH="1" flipV="1">
            <a:off x="6967530" y="3067441"/>
            <a:ext cx="981260" cy="110320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endCxn id="3" idx="2"/>
          </p:cNvCxnSpPr>
          <p:nvPr/>
        </p:nvCxnSpPr>
        <p:spPr>
          <a:xfrm flipH="1" flipV="1">
            <a:off x="6700254" y="3132226"/>
            <a:ext cx="171863" cy="99256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587033"/>
            <a:ext cx="836251" cy="41500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</p:cNvCxnSpPr>
          <p:nvPr/>
        </p:nvCxnSpPr>
        <p:spPr>
          <a:xfrm flipH="1" flipV="1">
            <a:off x="5261987" y="1469624"/>
            <a:ext cx="1044652" cy="1064829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D395F2-628A-524A-A355-693E0D05D893}"/>
              </a:ext>
            </a:extLst>
          </p:cNvPr>
          <p:cNvGrpSpPr/>
          <p:nvPr/>
        </p:nvGrpSpPr>
        <p:grpSpPr>
          <a:xfrm>
            <a:off x="4260934" y="623420"/>
            <a:ext cx="1152150" cy="982296"/>
            <a:chOff x="4171829" y="1725228"/>
            <a:chExt cx="1152150" cy="982296"/>
          </a:xfrm>
        </p:grpSpPr>
        <p:sp>
          <p:nvSpPr>
            <p:cNvPr id="11" name="Flowchart: Multidocument 10">
              <a:extLst>
                <a:ext uri="{FF2B5EF4-FFF2-40B4-BE49-F238E27FC236}">
                  <a16:creationId xmlns:a16="http://schemas.microsoft.com/office/drawing/2014/main" id="{04C52AB1-DB63-400E-0C51-63BC2EB5D291}"/>
                </a:ext>
              </a:extLst>
            </p:cNvPr>
            <p:cNvSpPr/>
            <p:nvPr/>
          </p:nvSpPr>
          <p:spPr>
            <a:xfrm>
              <a:off x="4290704" y="202172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Core Profile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69D0241-086D-AA8C-88E2-4FD64AD7E489}"/>
                </a:ext>
              </a:extLst>
            </p:cNvPr>
            <p:cNvSpPr txBox="1"/>
            <p:nvPr/>
          </p:nvSpPr>
          <p:spPr>
            <a:xfrm>
              <a:off x="4171829" y="1725228"/>
              <a:ext cx="11521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Shared Definitions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580055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6306639" y="2472397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6586707" y="351896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5997073" y="3487603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574194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6197" y="1753788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4904623" y="4187500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6331667" y="4187500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5" name="Flowchart: Multidocument 4">
            <a:extLst>
              <a:ext uri="{FF2B5EF4-FFF2-40B4-BE49-F238E27FC236}">
                <a16:creationId xmlns:a16="http://schemas.microsoft.com/office/drawing/2014/main" id="{9ABF8E2D-4F30-107C-C91B-38A8217A03C3}"/>
              </a:ext>
            </a:extLst>
          </p:cNvPr>
          <p:cNvSpPr/>
          <p:nvPr/>
        </p:nvSpPr>
        <p:spPr>
          <a:xfrm>
            <a:off x="7886084" y="4187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Proxmox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6762B-DE56-28B3-919B-D1AC20FD745B}"/>
              </a:ext>
            </a:extLst>
          </p:cNvPr>
          <p:cNvSpPr txBox="1"/>
          <p:nvPr/>
        </p:nvSpPr>
        <p:spPr>
          <a:xfrm>
            <a:off x="7694058" y="489015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Vendor Specific  Definitions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7203742" y="3496031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7886084" y="23276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294209" y="1406910"/>
            <a:ext cx="2523911" cy="1033627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6080913" y="173364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661356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615636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2728173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633924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</p:spTree>
    <p:extLst>
      <p:ext uri="{BB962C8B-B14F-4D97-AF65-F5344CB8AC3E}">
        <p14:creationId xmlns:p14="http://schemas.microsoft.com/office/powerpoint/2010/main" val="3174812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391</Words>
  <Application>Microsoft Office PowerPoint</Application>
  <PresentationFormat>Widescreen</PresentationFormat>
  <Paragraphs>306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302</cp:revision>
  <dcterms:created xsi:type="dcterms:W3CDTF">2022-06-04T21:42:55Z</dcterms:created>
  <dcterms:modified xsi:type="dcterms:W3CDTF">2025-11-13T00:41:12Z</dcterms:modified>
</cp:coreProperties>
</file>