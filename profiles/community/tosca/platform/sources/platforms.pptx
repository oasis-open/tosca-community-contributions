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75" r:id="rId4"/>
    <p:sldId id="278" r:id="rId5"/>
    <p:sldId id="277" r:id="rId6"/>
    <p:sldId id="279" r:id="rId7"/>
    <p:sldId id="27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7C33F-571B-28F5-9AF2-FF5F833F0F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235926-B2F5-DA85-1363-44EE30929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28704-0037-6EAE-E6BD-3B1488EF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BB0E6-B6E1-CCDB-1C40-78456A4F0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A7DC6-F965-326B-2A63-3CC951531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930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6C0E-2718-79A4-D59D-0739BA585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F8248-7F3E-82D2-57B3-B90AB273F8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663FE-23C0-FCB5-B3B0-14F414A12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FA3CB-8E4F-E1FF-B5E8-FFE8E11B3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2BE06-7D58-1AEF-5D7B-8ED68C4C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039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DE64B-945A-0507-2C50-B4CB29222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76378-DC3C-2539-46FD-C20933DC43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90387-95CC-7DB7-CDC8-09601C58E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99D34-165F-E92D-9FD6-7C80B03C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0B251-4626-0D55-BDD1-DB6124DC9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615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3249F-69A9-7C5C-9860-7C9FA0AAA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0488E-4188-A003-7CD4-D7A19B15A0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CCD71-BD01-7983-8967-DD54C4B09D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5D08A-921B-B479-CB2F-C38D09EB2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2714F-2AB1-314D-F6F6-10C2C2365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794A1-D971-43E4-5002-055255525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78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B0F69-6699-6DC1-243A-462079C10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3B9B3E-1F7C-F7B0-A208-D3A4E248F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9A3BFE-F1A2-A52D-42CA-2DB23360D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8131FA-B902-FF7C-7CD5-9EF2070986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889004-F67A-763A-6364-47334965DD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3EE0A4-8DA2-50E6-8B44-2E53A552E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9F1D71-C68D-F6F9-86EB-D1BBE9EBA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8EBAE4-9E2C-1F57-6C59-B6C49014F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717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E4238-A00D-6E21-010A-8E0B884E9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10E495-77CA-BF98-E4B7-BC9E58E0F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81DAE6-B6FA-A6F5-A082-02D22DCFD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05513-A6AB-E109-2C48-B8EAFD1C1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45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318DFA-5379-63C1-51C6-E8E31474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528BBD-DDBE-C709-4BA3-6AAA1B292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D9A955-7F8D-C0C2-33E9-41632B0E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8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C9D21-5A5E-770F-8588-786FA2B13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6580B-5301-ABE1-1F31-C42B0045C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D7E186-C8C7-72FF-FA7A-CC2F4D3ED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C39DA-EC19-A11A-D757-5E96A0967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9FF82-6506-8902-1199-212DF1A4C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338D5D-4ABC-A071-1FD4-74902CFED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0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1C402-B62B-1930-953E-620DCEEBB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5B746E-1347-A061-1CAE-12761691A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B048FA-B1DB-07BD-262E-AE6A29045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902EC-9B8E-C0D8-A74A-0030AE3F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2C450-2E6A-16A3-35DD-3598BDCD5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253A27-2265-5519-99E7-44B38064C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8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0B021-F8D6-D609-EFE1-FBED25D2E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1C4CDA-EA3F-03F5-17AC-7F7E417118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97078-661B-CA42-8B96-2632005E2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2EA64E-7742-DC09-CBE9-C8B1C11F7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52D7A-6A35-5843-D623-0EB0B31A2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49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42341A-D1D5-BE97-0307-5A9AC0576A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3973F-83AF-6C80-2DD9-7A2C0E140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CBFDA-4CAE-53FE-F644-D08733337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AF7096-B8B4-4A3B-8A26-165AAEF1240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C810B-AF95-8DF9-2784-5FC3E92A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CB205-0922-A7C0-11E7-CB079E4BC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1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97217E-611A-BB23-CDAA-F9C5225FD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EAC95-DB8D-CBEB-7539-3F3A175F9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211C23-513D-EB2A-7D6D-67D70CCC45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AF7096-B8B4-4A3B-8A26-165AAEF1240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A86FDC-9284-40DB-AC16-842058EEC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84DA5-0160-8639-ED6D-185839B92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A4087-BDDE-4595-8C47-F36F2545FB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9299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AB7DE3-3E5E-6E39-1EC2-5ED24EB0EC4E}"/>
              </a:ext>
            </a:extLst>
          </p:cNvPr>
          <p:cNvSpPr/>
          <p:nvPr/>
        </p:nvSpPr>
        <p:spPr>
          <a:xfrm>
            <a:off x="2825496" y="3749040"/>
            <a:ext cx="786384" cy="338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Bare Metal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6E200D-E1D2-6C5C-5F93-59242856986D}"/>
              </a:ext>
            </a:extLst>
          </p:cNvPr>
          <p:cNvSpPr/>
          <p:nvPr/>
        </p:nvSpPr>
        <p:spPr>
          <a:xfrm>
            <a:off x="3611880" y="3566160"/>
            <a:ext cx="786384" cy="52120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Compute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475BD0-37FF-A33A-83A0-11264B68E6AA}"/>
              </a:ext>
            </a:extLst>
          </p:cNvPr>
          <p:cNvSpPr/>
          <p:nvPr/>
        </p:nvSpPr>
        <p:spPr>
          <a:xfrm>
            <a:off x="4398264" y="3383280"/>
            <a:ext cx="786384" cy="7040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IaaS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F1BCE5-5A65-6A51-A4E1-62114CCC6F1B}"/>
              </a:ext>
            </a:extLst>
          </p:cNvPr>
          <p:cNvSpPr/>
          <p:nvPr/>
        </p:nvSpPr>
        <p:spPr>
          <a:xfrm>
            <a:off x="5184648" y="3200400"/>
            <a:ext cx="786384" cy="8869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Container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9C8B3D-9E5A-A49F-417C-069B6DBC7A90}"/>
              </a:ext>
            </a:extLst>
          </p:cNvPr>
          <p:cNvSpPr/>
          <p:nvPr/>
        </p:nvSpPr>
        <p:spPr>
          <a:xfrm>
            <a:off x="5971032" y="3008376"/>
            <a:ext cx="786384" cy="107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PaaS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Platform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53662C-47BE-A34E-EB4A-B2009D4CC189}"/>
              </a:ext>
            </a:extLst>
          </p:cNvPr>
          <p:cNvSpPr/>
          <p:nvPr/>
        </p:nvSpPr>
        <p:spPr>
          <a:xfrm>
            <a:off x="6757416" y="2834640"/>
            <a:ext cx="786384" cy="12527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/>
                </a:solidFill>
              </a:rPr>
              <a:t>SaaS</a:t>
            </a:r>
          </a:p>
          <a:p>
            <a:pPr algn="ctr"/>
            <a:r>
              <a:rPr lang="en-US" sz="1000" dirty="0">
                <a:solidFill>
                  <a:schemeClr val="tx1"/>
                </a:solidFill>
              </a:rPr>
              <a:t>Platform</a:t>
            </a:r>
          </a:p>
        </p:txBody>
      </p:sp>
    </p:spTree>
    <p:extLst>
      <p:ext uri="{BB962C8B-B14F-4D97-AF65-F5344CB8AC3E}">
        <p14:creationId xmlns:p14="http://schemas.microsoft.com/office/powerpoint/2010/main" val="1160173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2F106FD-D07E-7530-A055-8542F2235629}"/>
              </a:ext>
            </a:extLst>
          </p:cNvPr>
          <p:cNvGrpSpPr/>
          <p:nvPr/>
        </p:nvGrpSpPr>
        <p:grpSpPr>
          <a:xfrm>
            <a:off x="5710290" y="2341905"/>
            <a:ext cx="771421" cy="2174190"/>
            <a:chOff x="4546712" y="1548208"/>
            <a:chExt cx="771421" cy="217419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A70A9DF-47B9-CEAD-865F-0834AE9A2B1A}"/>
                </a:ext>
              </a:extLst>
            </p:cNvPr>
            <p:cNvGrpSpPr/>
            <p:nvPr/>
          </p:nvGrpSpPr>
          <p:grpSpPr>
            <a:xfrm>
              <a:off x="4546712" y="2731366"/>
              <a:ext cx="771421" cy="991032"/>
              <a:chOff x="3816079" y="4223863"/>
              <a:chExt cx="771421" cy="991032"/>
            </a:xfrm>
          </p:grpSpPr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A766DE60-5600-8066-7EC4-37760E70BB23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AWSRegion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708E7CFE-00D5-094D-1788-53F3B216125E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us-west-1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4" name="Arrow: Chevron 3">
                <a:extLst>
                  <a:ext uri="{FF2B5EF4-FFF2-40B4-BE49-F238E27FC236}">
                    <a16:creationId xmlns:a16="http://schemas.microsoft.com/office/drawing/2014/main" id="{7CCFF26C-1AEC-D238-D76B-951ECFECECF8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8423F9-D309-57C4-30BA-70D1F0E542AE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A303DF7-B63A-A462-3056-B4A35CEA272B}"/>
                </a:ext>
              </a:extLst>
            </p:cNvPr>
            <p:cNvGrpSpPr/>
            <p:nvPr/>
          </p:nvGrpSpPr>
          <p:grpSpPr>
            <a:xfrm>
              <a:off x="4546712" y="1548208"/>
              <a:ext cx="771421" cy="974099"/>
              <a:chOff x="3816085" y="2671396"/>
              <a:chExt cx="771421" cy="974099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85F5931-2EF8-FDA6-3705-9DD1486D46A7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Compute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dirty="0">
                    <a:solidFill>
                      <a:prstClr val="black"/>
                    </a:solidFill>
                  </a:rPr>
                  <a:t>Platform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06639B89-A87E-6F94-BBA8-64CCA7390726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vm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1" name="Flowchart: Off-page Connector 30">
                <a:extLst>
                  <a:ext uri="{FF2B5EF4-FFF2-40B4-BE49-F238E27FC236}">
                    <a16:creationId xmlns:a16="http://schemas.microsoft.com/office/drawing/2014/main" id="{88BA0694-B850-BC67-B211-A0691D4970B1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1073C08-2ABA-B500-FE04-02D5BE3A9AC5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41A0520-D1E1-318F-B30B-A65B79A5C2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24812" y="2504552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31311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B9CB248-1F47-096F-CB49-497D3FC17E3F}"/>
              </a:ext>
            </a:extLst>
          </p:cNvPr>
          <p:cNvGrpSpPr/>
          <p:nvPr/>
        </p:nvGrpSpPr>
        <p:grpSpPr>
          <a:xfrm>
            <a:off x="5710290" y="1648792"/>
            <a:ext cx="771421" cy="3560417"/>
            <a:chOff x="5710290" y="1548208"/>
            <a:chExt cx="771421" cy="356041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65E86A-1C94-A558-145A-CBC2E89E62AD}"/>
                </a:ext>
              </a:extLst>
            </p:cNvPr>
            <p:cNvGrpSpPr/>
            <p:nvPr/>
          </p:nvGrpSpPr>
          <p:grpSpPr>
            <a:xfrm>
              <a:off x="5710290" y="4117593"/>
              <a:ext cx="771421" cy="991032"/>
              <a:chOff x="3816079" y="4223863"/>
              <a:chExt cx="771421" cy="991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423ABE-B95A-39BF-B25A-51AE295D7BCC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Compute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Platform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8CF353B-5D46-A40D-867F-63CF5553D636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server-1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C60B1716-C9A4-F253-E974-95F1F394129E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8AEC8-6C38-0232-0F56-5A4E5946BD1B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0375C6D9-01BE-B248-9FB8-0C3F014FEF4F}"/>
                </a:ext>
              </a:extLst>
            </p:cNvPr>
            <p:cNvGrpSpPr/>
            <p:nvPr/>
          </p:nvGrpSpPr>
          <p:grpSpPr>
            <a:xfrm>
              <a:off x="5710290" y="2731366"/>
              <a:ext cx="771421" cy="1177169"/>
              <a:chOff x="4115528" y="2620040"/>
              <a:chExt cx="771421" cy="1177169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21372C5F-6019-6E0C-9508-4E8A358AF2EE}"/>
                  </a:ext>
                </a:extLst>
              </p:cNvPr>
              <p:cNvGrpSpPr/>
              <p:nvPr/>
            </p:nvGrpSpPr>
            <p:grpSpPr>
              <a:xfrm>
                <a:off x="4115528" y="2823110"/>
                <a:ext cx="771421" cy="815478"/>
                <a:chOff x="4115528" y="2823110"/>
                <a:chExt cx="771421" cy="815478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C8C008F-40AE-7B56-066D-358A9B134B49}"/>
                    </a:ext>
                  </a:extLst>
                </p:cNvPr>
                <p:cNvSpPr/>
                <p:nvPr/>
              </p:nvSpPr>
              <p:spPr>
                <a:xfrm>
                  <a:off x="4115528" y="3145212"/>
                  <a:ext cx="771421" cy="2799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Proxmox</a:t>
                  </a:r>
                  <a:endPara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DFBFC135-6FE4-4904-9572-E0043D70EBD6}"/>
                    </a:ext>
                  </a:extLst>
                </p:cNvPr>
                <p:cNvSpPr/>
                <p:nvPr/>
              </p:nvSpPr>
              <p:spPr>
                <a:xfrm>
                  <a:off x="4115528" y="2823110"/>
                  <a:ext cx="771420" cy="815478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118872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800" dirty="0" err="1">
                      <a:solidFill>
                        <a:prstClr val="black"/>
                      </a:solidFill>
                    </a:rPr>
                    <a:t>proxmox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6" name="Flowchart: Off-page Connector 35">
                <a:extLst>
                  <a:ext uri="{FF2B5EF4-FFF2-40B4-BE49-F238E27FC236}">
                    <a16:creationId xmlns:a16="http://schemas.microsoft.com/office/drawing/2014/main" id="{200F0872-23D3-5A7D-8660-9DA58F7CD82D}"/>
                  </a:ext>
                </a:extLst>
              </p:cNvPr>
              <p:cNvSpPr/>
              <p:nvPr/>
            </p:nvSpPr>
            <p:spPr>
              <a:xfrm>
                <a:off x="4267973" y="3517290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E9CD42-DACD-5EDE-FB72-AF6D27C6718E}"/>
                  </a:ext>
                </a:extLst>
              </p:cNvPr>
              <p:cNvSpPr txBox="1"/>
              <p:nvPr/>
            </p:nvSpPr>
            <p:spPr>
              <a:xfrm>
                <a:off x="4295092" y="3534139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6FF56A3-16B1-831C-57CE-9919876BB236}"/>
                  </a:ext>
                </a:extLst>
              </p:cNvPr>
              <p:cNvGrpSpPr/>
              <p:nvPr/>
            </p:nvGrpSpPr>
            <p:grpSpPr>
              <a:xfrm>
                <a:off x="4267973" y="2620040"/>
                <a:ext cx="466531" cy="351106"/>
                <a:chOff x="6810318" y="4284899"/>
                <a:chExt cx="466531" cy="351106"/>
              </a:xfrm>
            </p:grpSpPr>
            <p:sp>
              <p:nvSpPr>
                <p:cNvPr id="54" name="Arrow: Chevron 53">
                  <a:extLst>
                    <a:ext uri="{FF2B5EF4-FFF2-40B4-BE49-F238E27FC236}">
                      <a16:creationId xmlns:a16="http://schemas.microsoft.com/office/drawing/2014/main" id="{20E00F62-D32A-8FB7-5FEB-5D3162EC33D3}"/>
                    </a:ext>
                  </a:extLst>
                </p:cNvPr>
                <p:cNvSpPr/>
                <p:nvPr/>
              </p:nvSpPr>
              <p:spPr>
                <a:xfrm rot="5400000">
                  <a:off x="6868031" y="4227186"/>
                  <a:ext cx="351106" cy="466531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30F5921-AE55-FC29-BAE4-5A0B0592787C}"/>
                    </a:ext>
                  </a:extLst>
                </p:cNvPr>
                <p:cNvSpPr txBox="1"/>
                <p:nvPr/>
              </p:nvSpPr>
              <p:spPr>
                <a:xfrm>
                  <a:off x="6837438" y="4337341"/>
                  <a:ext cx="412292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8EEF53A1-6892-87E7-FFFD-86DAEFBB8EDA}"/>
                </a:ext>
              </a:extLst>
            </p:cNvPr>
            <p:cNvGrpSpPr/>
            <p:nvPr/>
          </p:nvGrpSpPr>
          <p:grpSpPr>
            <a:xfrm>
              <a:off x="5710290" y="1548208"/>
              <a:ext cx="771421" cy="974099"/>
              <a:chOff x="3816085" y="2671396"/>
              <a:chExt cx="771421" cy="974099"/>
            </a:xfrm>
          </p:grpSpPr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CA7202A9-5C92-DA0A-A504-59147E80171E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Compute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dirty="0">
                    <a:solidFill>
                      <a:prstClr val="black"/>
                    </a:solidFill>
                  </a:rPr>
                  <a:t>Platform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36" name="Rectangle: Rounded Corners 135">
                <a:extLst>
                  <a:ext uri="{FF2B5EF4-FFF2-40B4-BE49-F238E27FC236}">
                    <a16:creationId xmlns:a16="http://schemas.microsoft.com/office/drawing/2014/main" id="{8868F47C-14F6-B93E-6B86-604834FA16F2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vm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37" name="Flowchart: Off-page Connector 136">
                <a:extLst>
                  <a:ext uri="{FF2B5EF4-FFF2-40B4-BE49-F238E27FC236}">
                    <a16:creationId xmlns:a16="http://schemas.microsoft.com/office/drawing/2014/main" id="{E72D1F6C-3096-B5DA-3F77-CF3EE10B2374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F62A2BC1-5FB2-49A8-D113-DCC8963D1E2E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91C0F347-28D6-5FC8-706A-1710DA078346}"/>
                </a:ext>
              </a:extLst>
            </p:cNvPr>
            <p:cNvCxnSpPr>
              <a:cxnSpLocks/>
              <a:stCxn id="57" idx="0"/>
            </p:cNvCxnSpPr>
            <p:nvPr/>
          </p:nvCxnSpPr>
          <p:spPr>
            <a:xfrm flipH="1" flipV="1">
              <a:off x="6095241" y="2522307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58D11E9-E884-B98D-C7B8-50308964A9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92198" y="3884011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07821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165D0B7-B119-73EE-16D6-BE83092F115C}"/>
              </a:ext>
            </a:extLst>
          </p:cNvPr>
          <p:cNvGrpSpPr/>
          <p:nvPr/>
        </p:nvGrpSpPr>
        <p:grpSpPr>
          <a:xfrm>
            <a:off x="5710290" y="2244919"/>
            <a:ext cx="771421" cy="2368163"/>
            <a:chOff x="5710290" y="3520515"/>
            <a:chExt cx="771421" cy="2368163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65E86A-1C94-A558-145A-CBC2E89E62AD}"/>
                </a:ext>
              </a:extLst>
            </p:cNvPr>
            <p:cNvGrpSpPr/>
            <p:nvPr/>
          </p:nvGrpSpPr>
          <p:grpSpPr>
            <a:xfrm>
              <a:off x="5710290" y="4897646"/>
              <a:ext cx="771421" cy="991032"/>
              <a:chOff x="3816079" y="4223863"/>
              <a:chExt cx="771421" cy="991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423ABE-B95A-39BF-B25A-51AE295D7BCC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Compute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Platform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8CF353B-5D46-A40D-867F-63CF5553D636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server-1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C60B1716-C9A4-F253-E974-95F1F394129E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8AEC8-6C38-0232-0F56-5A4E5946BD1B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0375C6D9-01BE-B248-9FB8-0C3F014FEF4F}"/>
                </a:ext>
              </a:extLst>
            </p:cNvPr>
            <p:cNvGrpSpPr/>
            <p:nvPr/>
          </p:nvGrpSpPr>
          <p:grpSpPr>
            <a:xfrm>
              <a:off x="5710290" y="3520515"/>
              <a:ext cx="771421" cy="1177169"/>
              <a:chOff x="4115528" y="2620040"/>
              <a:chExt cx="771421" cy="1177169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21372C5F-6019-6E0C-9508-4E8A358AF2EE}"/>
                  </a:ext>
                </a:extLst>
              </p:cNvPr>
              <p:cNvGrpSpPr/>
              <p:nvPr/>
            </p:nvGrpSpPr>
            <p:grpSpPr>
              <a:xfrm>
                <a:off x="4115528" y="2823110"/>
                <a:ext cx="771421" cy="815478"/>
                <a:chOff x="4115528" y="2823110"/>
                <a:chExt cx="771421" cy="815478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C8C008F-40AE-7B56-066D-358A9B134B49}"/>
                    </a:ext>
                  </a:extLst>
                </p:cNvPr>
                <p:cNvSpPr/>
                <p:nvPr/>
              </p:nvSpPr>
              <p:spPr>
                <a:xfrm>
                  <a:off x="4115528" y="3145212"/>
                  <a:ext cx="771421" cy="2799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Kubernetes Cluster</a:t>
                  </a:r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DFBFC135-6FE4-4904-9572-E0043D70EBD6}"/>
                    </a:ext>
                  </a:extLst>
                </p:cNvPr>
                <p:cNvSpPr/>
                <p:nvPr/>
              </p:nvSpPr>
              <p:spPr>
                <a:xfrm>
                  <a:off x="4115528" y="2823110"/>
                  <a:ext cx="771420" cy="815478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118872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800" dirty="0">
                      <a:solidFill>
                        <a:prstClr val="black"/>
                      </a:solidFill>
                    </a:rPr>
                    <a:t>cluster-1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6" name="Flowchart: Off-page Connector 35">
                <a:extLst>
                  <a:ext uri="{FF2B5EF4-FFF2-40B4-BE49-F238E27FC236}">
                    <a16:creationId xmlns:a16="http://schemas.microsoft.com/office/drawing/2014/main" id="{200F0872-23D3-5A7D-8660-9DA58F7CD82D}"/>
                  </a:ext>
                </a:extLst>
              </p:cNvPr>
              <p:cNvSpPr/>
              <p:nvPr/>
            </p:nvSpPr>
            <p:spPr>
              <a:xfrm>
                <a:off x="4267973" y="3517290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E9CD42-DACD-5EDE-FB72-AF6D27C6718E}"/>
                  </a:ext>
                </a:extLst>
              </p:cNvPr>
              <p:cNvSpPr txBox="1"/>
              <p:nvPr/>
            </p:nvSpPr>
            <p:spPr>
              <a:xfrm>
                <a:off x="4295092" y="3534139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6FF56A3-16B1-831C-57CE-9919876BB236}"/>
                  </a:ext>
                </a:extLst>
              </p:cNvPr>
              <p:cNvGrpSpPr/>
              <p:nvPr/>
            </p:nvGrpSpPr>
            <p:grpSpPr>
              <a:xfrm>
                <a:off x="4267973" y="2620040"/>
                <a:ext cx="466531" cy="351106"/>
                <a:chOff x="6810318" y="4284899"/>
                <a:chExt cx="466531" cy="351106"/>
              </a:xfrm>
            </p:grpSpPr>
            <p:sp>
              <p:nvSpPr>
                <p:cNvPr id="54" name="Arrow: Chevron 53">
                  <a:extLst>
                    <a:ext uri="{FF2B5EF4-FFF2-40B4-BE49-F238E27FC236}">
                      <a16:creationId xmlns:a16="http://schemas.microsoft.com/office/drawing/2014/main" id="{20E00F62-D32A-8FB7-5FEB-5D3162EC33D3}"/>
                    </a:ext>
                  </a:extLst>
                </p:cNvPr>
                <p:cNvSpPr/>
                <p:nvPr/>
              </p:nvSpPr>
              <p:spPr>
                <a:xfrm rot="5400000">
                  <a:off x="6868031" y="4227186"/>
                  <a:ext cx="351106" cy="466531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30F5921-AE55-FC29-BAE4-5A0B0592787C}"/>
                    </a:ext>
                  </a:extLst>
                </p:cNvPr>
                <p:cNvSpPr txBox="1"/>
                <p:nvPr/>
              </p:nvSpPr>
              <p:spPr>
                <a:xfrm>
                  <a:off x="6837438" y="4337341"/>
                  <a:ext cx="412292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58D11E9-E884-B98D-C7B8-50308964A9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92198" y="4682352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4753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8D11E9-E884-B98D-C7B8-50308964A9BB}"/>
              </a:ext>
            </a:extLst>
          </p:cNvPr>
          <p:cNvCxnSpPr>
            <a:cxnSpLocks/>
            <a:endCxn id="37" idx="2"/>
          </p:cNvCxnSpPr>
          <p:nvPr/>
        </p:nvCxnSpPr>
        <p:spPr>
          <a:xfrm flipH="1" flipV="1">
            <a:off x="6148358" y="3389850"/>
            <a:ext cx="760" cy="278384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FDC8F7F-F5A3-B7A0-63DA-957D62F5E191}"/>
              </a:ext>
            </a:extLst>
          </p:cNvPr>
          <p:cNvGrpSpPr/>
          <p:nvPr/>
        </p:nvGrpSpPr>
        <p:grpSpPr>
          <a:xfrm>
            <a:off x="4476934" y="3622050"/>
            <a:ext cx="3342849" cy="991032"/>
            <a:chOff x="4476934" y="3622050"/>
            <a:chExt cx="3342849" cy="991032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65E86A-1C94-A558-145A-CBC2E89E62AD}"/>
                </a:ext>
              </a:extLst>
            </p:cNvPr>
            <p:cNvGrpSpPr/>
            <p:nvPr/>
          </p:nvGrpSpPr>
          <p:grpSpPr>
            <a:xfrm>
              <a:off x="5762648" y="3622050"/>
              <a:ext cx="771421" cy="991032"/>
              <a:chOff x="3816079" y="4223863"/>
              <a:chExt cx="771421" cy="991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423ABE-B95A-39BF-B25A-51AE295D7BCC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Compute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Platform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8CF353B-5D46-A40D-867F-63CF5553D636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server-2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C60B1716-C9A4-F253-E974-95F1F394129E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8AEC8-6C38-0232-0F56-5A4E5946BD1B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A99F461-7629-9323-0DE9-021B01CABE83}"/>
                </a:ext>
              </a:extLst>
            </p:cNvPr>
            <p:cNvGrpSpPr/>
            <p:nvPr/>
          </p:nvGrpSpPr>
          <p:grpSpPr>
            <a:xfrm>
              <a:off x="4476934" y="3622050"/>
              <a:ext cx="771421" cy="991032"/>
              <a:chOff x="3816079" y="4223863"/>
              <a:chExt cx="771421" cy="991032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3F6342D2-2BD2-3F2F-12EC-A146021CED14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Compute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Platform</a:t>
                </a:r>
              </a:p>
            </p:txBody>
          </p:sp>
          <p:sp>
            <p:nvSpPr>
              <p:cNvPr id="5" name="Rectangle: Rounded Corners 4">
                <a:extLst>
                  <a:ext uri="{FF2B5EF4-FFF2-40B4-BE49-F238E27FC236}">
                    <a16:creationId xmlns:a16="http://schemas.microsoft.com/office/drawing/2014/main" id="{C2B03128-B2AD-BACE-B928-B415473EEF22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server-1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7" name="Arrow: Chevron 6">
                <a:extLst>
                  <a:ext uri="{FF2B5EF4-FFF2-40B4-BE49-F238E27FC236}">
                    <a16:creationId xmlns:a16="http://schemas.microsoft.com/office/drawing/2014/main" id="{D68E7360-61B8-BE90-9A3F-11434C632E45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486CB13-0C54-5DB4-1664-F45F6DBBDDAF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38983788-9062-D8A3-6D54-EADBC6687F98}"/>
                </a:ext>
              </a:extLst>
            </p:cNvPr>
            <p:cNvGrpSpPr/>
            <p:nvPr/>
          </p:nvGrpSpPr>
          <p:grpSpPr>
            <a:xfrm>
              <a:off x="7048362" y="3622050"/>
              <a:ext cx="771421" cy="991032"/>
              <a:chOff x="3816079" y="4223863"/>
              <a:chExt cx="771421" cy="991032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76869A-41B1-B995-EFA4-2EE7542BA307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Compute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Platform</a:t>
                </a:r>
              </a:p>
            </p:txBody>
          </p:sp>
          <p:sp>
            <p:nvSpPr>
              <p:cNvPr id="11" name="Rectangle: Rounded Corners 10">
                <a:extLst>
                  <a:ext uri="{FF2B5EF4-FFF2-40B4-BE49-F238E27FC236}">
                    <a16:creationId xmlns:a16="http://schemas.microsoft.com/office/drawing/2014/main" id="{50C4CF9E-9098-7414-E53A-3622FDF1F2C1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server-3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2" name="Arrow: Chevron 11">
                <a:extLst>
                  <a:ext uri="{FF2B5EF4-FFF2-40B4-BE49-F238E27FC236}">
                    <a16:creationId xmlns:a16="http://schemas.microsoft.com/office/drawing/2014/main" id="{C6A56CA5-FF15-FDAB-A65C-821691A8EA13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9BA00EF-8EEE-B0E7-013E-E70BE9F3FCFF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</p:grp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CE2AA60-048F-9707-B8D4-AC1533057B60}"/>
              </a:ext>
            </a:extLst>
          </p:cNvPr>
          <p:cNvCxnSpPr>
            <a:cxnSpLocks/>
            <a:stCxn id="7" idx="1"/>
            <a:endCxn id="36" idx="2"/>
          </p:cNvCxnSpPr>
          <p:nvPr/>
        </p:nvCxnSpPr>
        <p:spPr>
          <a:xfrm flipV="1">
            <a:off x="4862651" y="3422088"/>
            <a:ext cx="1285708" cy="24911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EE661CC2-B4A9-39AC-6DFE-1DFC81B81F03}"/>
              </a:ext>
            </a:extLst>
          </p:cNvPr>
          <p:cNvCxnSpPr>
            <a:cxnSpLocks/>
            <a:stCxn id="12" idx="1"/>
            <a:endCxn id="36" idx="2"/>
          </p:cNvCxnSpPr>
          <p:nvPr/>
        </p:nvCxnSpPr>
        <p:spPr>
          <a:xfrm flipH="1" flipV="1">
            <a:off x="6148359" y="3422088"/>
            <a:ext cx="1285720" cy="249117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0375C6D9-01BE-B248-9FB8-0C3F014FEF4F}"/>
              </a:ext>
            </a:extLst>
          </p:cNvPr>
          <p:cNvGrpSpPr/>
          <p:nvPr/>
        </p:nvGrpSpPr>
        <p:grpSpPr>
          <a:xfrm>
            <a:off x="5762648" y="2244919"/>
            <a:ext cx="771421" cy="1177169"/>
            <a:chOff x="4115528" y="2620040"/>
            <a:chExt cx="771421" cy="1177169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21372C5F-6019-6E0C-9508-4E8A358AF2EE}"/>
                </a:ext>
              </a:extLst>
            </p:cNvPr>
            <p:cNvGrpSpPr/>
            <p:nvPr/>
          </p:nvGrpSpPr>
          <p:grpSpPr>
            <a:xfrm>
              <a:off x="4115528" y="2823110"/>
              <a:ext cx="771421" cy="815478"/>
              <a:chOff x="4115528" y="2823110"/>
              <a:chExt cx="771421" cy="815478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C8C008F-40AE-7B56-066D-358A9B134B49}"/>
                  </a:ext>
                </a:extLst>
              </p:cNvPr>
              <p:cNvSpPr/>
              <p:nvPr/>
            </p:nvSpPr>
            <p:spPr>
              <a:xfrm>
                <a:off x="4115528" y="314521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Kubernetes Cluster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FBFC135-6FE4-4904-9572-E0043D70EBD6}"/>
                  </a:ext>
                </a:extLst>
              </p:cNvPr>
              <p:cNvSpPr/>
              <p:nvPr/>
            </p:nvSpPr>
            <p:spPr>
              <a:xfrm>
                <a:off x="4115528" y="2823110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118872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cluster-1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sp>
          <p:nvSpPr>
            <p:cNvPr id="36" name="Flowchart: Off-page Connector 35">
              <a:extLst>
                <a:ext uri="{FF2B5EF4-FFF2-40B4-BE49-F238E27FC236}">
                  <a16:creationId xmlns:a16="http://schemas.microsoft.com/office/drawing/2014/main" id="{200F0872-23D3-5A7D-8660-9DA58F7CD82D}"/>
                </a:ext>
              </a:extLst>
            </p:cNvPr>
            <p:cNvSpPr/>
            <p:nvPr/>
          </p:nvSpPr>
          <p:spPr>
            <a:xfrm>
              <a:off x="4267973" y="3517290"/>
              <a:ext cx="466531" cy="279919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5E9CD42-DACD-5EDE-FB72-AF6D27C6718E}"/>
                </a:ext>
              </a:extLst>
            </p:cNvPr>
            <p:cNvSpPr txBox="1"/>
            <p:nvPr/>
          </p:nvSpPr>
          <p:spPr>
            <a:xfrm>
              <a:off x="4295092" y="3534139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6FF56A3-16B1-831C-57CE-9919876BB236}"/>
                </a:ext>
              </a:extLst>
            </p:cNvPr>
            <p:cNvGrpSpPr/>
            <p:nvPr/>
          </p:nvGrpSpPr>
          <p:grpSpPr>
            <a:xfrm>
              <a:off x="4267973" y="2620040"/>
              <a:ext cx="466531" cy="351106"/>
              <a:chOff x="6810318" y="4284899"/>
              <a:chExt cx="466531" cy="351106"/>
            </a:xfrm>
          </p:grpSpPr>
          <p:sp>
            <p:nvSpPr>
              <p:cNvPr id="54" name="Arrow: Chevron 53">
                <a:extLst>
                  <a:ext uri="{FF2B5EF4-FFF2-40B4-BE49-F238E27FC236}">
                    <a16:creationId xmlns:a16="http://schemas.microsoft.com/office/drawing/2014/main" id="{20E00F62-D32A-8FB7-5FEB-5D3162EC33D3}"/>
                  </a:ext>
                </a:extLst>
              </p:cNvPr>
              <p:cNvSpPr/>
              <p:nvPr/>
            </p:nvSpPr>
            <p:spPr>
              <a:xfrm rot="5400000">
                <a:off x="6868031" y="4227186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30F5921-AE55-FC29-BAE4-5A0B0592787C}"/>
                  </a:ext>
                </a:extLst>
              </p:cNvPr>
              <p:cNvSpPr txBox="1"/>
              <p:nvPr/>
            </p:nvSpPr>
            <p:spPr>
              <a:xfrm>
                <a:off x="6837438" y="4337341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81308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031641E-738C-E67C-8966-137FA17844B6}"/>
              </a:ext>
            </a:extLst>
          </p:cNvPr>
          <p:cNvGrpSpPr/>
          <p:nvPr/>
        </p:nvGrpSpPr>
        <p:grpSpPr>
          <a:xfrm>
            <a:off x="5710290" y="969323"/>
            <a:ext cx="771421" cy="4919355"/>
            <a:chOff x="6873867" y="1548208"/>
            <a:chExt cx="771421" cy="491935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0965E86A-1C94-A558-145A-CBC2E89E62AD}"/>
                </a:ext>
              </a:extLst>
            </p:cNvPr>
            <p:cNvGrpSpPr/>
            <p:nvPr/>
          </p:nvGrpSpPr>
          <p:grpSpPr>
            <a:xfrm>
              <a:off x="6873867" y="5476531"/>
              <a:ext cx="771421" cy="991032"/>
              <a:chOff x="3816079" y="4223863"/>
              <a:chExt cx="771421" cy="991032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1423ABE-B95A-39BF-B25A-51AE295D7BCC}"/>
                  </a:ext>
                </a:extLst>
              </p:cNvPr>
              <p:cNvSpPr/>
              <p:nvPr/>
            </p:nvSpPr>
            <p:spPr>
              <a:xfrm>
                <a:off x="3816079" y="4722603"/>
                <a:ext cx="771421" cy="250978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Compute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Platform</a:t>
                </a:r>
              </a:p>
            </p:txBody>
          </p:sp>
          <p:sp>
            <p:nvSpPr>
              <p:cNvPr id="20" name="Rectangle: Rounded Corners 19">
                <a:extLst>
                  <a:ext uri="{FF2B5EF4-FFF2-40B4-BE49-F238E27FC236}">
                    <a16:creationId xmlns:a16="http://schemas.microsoft.com/office/drawing/2014/main" id="{78CF353B-5D46-A40D-867F-63CF5553D636}"/>
                  </a:ext>
                </a:extLst>
              </p:cNvPr>
              <p:cNvSpPr/>
              <p:nvPr/>
            </p:nvSpPr>
            <p:spPr>
              <a:xfrm>
                <a:off x="3816080" y="4399416"/>
                <a:ext cx="771420" cy="815479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0" bIns="9144" rtlCol="0" anchor="b" anchorCtr="0"/>
              <a:lstStyle/>
              <a:p>
                <a:pPr lvl="0"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server-1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1" name="Arrow: Chevron 20">
                <a:extLst>
                  <a:ext uri="{FF2B5EF4-FFF2-40B4-BE49-F238E27FC236}">
                    <a16:creationId xmlns:a16="http://schemas.microsoft.com/office/drawing/2014/main" id="{C60B1716-C9A4-F253-E974-95F1F394129E}"/>
                  </a:ext>
                </a:extLst>
              </p:cNvPr>
              <p:cNvSpPr/>
              <p:nvPr/>
            </p:nvSpPr>
            <p:spPr>
              <a:xfrm rot="5400000">
                <a:off x="4026243" y="4166150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268AEC8-6C38-0232-0F56-5A4E5946BD1B}"/>
                  </a:ext>
                </a:extLst>
              </p:cNvPr>
              <p:cNvSpPr txBox="1"/>
              <p:nvPr/>
            </p:nvSpPr>
            <p:spPr>
              <a:xfrm>
                <a:off x="3995650" y="427630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0375C6D9-01BE-B248-9FB8-0C3F014FEF4F}"/>
                </a:ext>
              </a:extLst>
            </p:cNvPr>
            <p:cNvGrpSpPr/>
            <p:nvPr/>
          </p:nvGrpSpPr>
          <p:grpSpPr>
            <a:xfrm>
              <a:off x="6873867" y="4099400"/>
              <a:ext cx="771421" cy="1177169"/>
              <a:chOff x="4115528" y="2620040"/>
              <a:chExt cx="771421" cy="1177169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21372C5F-6019-6E0C-9508-4E8A358AF2EE}"/>
                  </a:ext>
                </a:extLst>
              </p:cNvPr>
              <p:cNvGrpSpPr/>
              <p:nvPr/>
            </p:nvGrpSpPr>
            <p:grpSpPr>
              <a:xfrm>
                <a:off x="4115528" y="2823110"/>
                <a:ext cx="771421" cy="815478"/>
                <a:chOff x="4115528" y="2823110"/>
                <a:chExt cx="771421" cy="815478"/>
              </a:xfrm>
            </p:grpSpPr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AC8C008F-40AE-7B56-066D-358A9B134B49}"/>
                    </a:ext>
                  </a:extLst>
                </p:cNvPr>
                <p:cNvSpPr/>
                <p:nvPr/>
              </p:nvSpPr>
              <p:spPr>
                <a:xfrm>
                  <a:off x="4115528" y="3145212"/>
                  <a:ext cx="771421" cy="2799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Kubernetes Cluster</a:t>
                  </a:r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DFBFC135-6FE4-4904-9572-E0043D70EBD6}"/>
                    </a:ext>
                  </a:extLst>
                </p:cNvPr>
                <p:cNvSpPr/>
                <p:nvPr/>
              </p:nvSpPr>
              <p:spPr>
                <a:xfrm>
                  <a:off x="4115528" y="2823110"/>
                  <a:ext cx="771420" cy="815478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118872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800" dirty="0">
                      <a:solidFill>
                        <a:prstClr val="black"/>
                      </a:solidFill>
                    </a:rPr>
                    <a:t>cluster-1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36" name="Flowchart: Off-page Connector 35">
                <a:extLst>
                  <a:ext uri="{FF2B5EF4-FFF2-40B4-BE49-F238E27FC236}">
                    <a16:creationId xmlns:a16="http://schemas.microsoft.com/office/drawing/2014/main" id="{200F0872-23D3-5A7D-8660-9DA58F7CD82D}"/>
                  </a:ext>
                </a:extLst>
              </p:cNvPr>
              <p:cNvSpPr/>
              <p:nvPr/>
            </p:nvSpPr>
            <p:spPr>
              <a:xfrm>
                <a:off x="4267973" y="3517290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5E9CD42-DACD-5EDE-FB72-AF6D27C6718E}"/>
                  </a:ext>
                </a:extLst>
              </p:cNvPr>
              <p:cNvSpPr txBox="1"/>
              <p:nvPr/>
            </p:nvSpPr>
            <p:spPr>
              <a:xfrm>
                <a:off x="4295092" y="3534139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F6FF56A3-16B1-831C-57CE-9919876BB236}"/>
                  </a:ext>
                </a:extLst>
              </p:cNvPr>
              <p:cNvGrpSpPr/>
              <p:nvPr/>
            </p:nvGrpSpPr>
            <p:grpSpPr>
              <a:xfrm>
                <a:off x="4267973" y="2620040"/>
                <a:ext cx="466531" cy="351106"/>
                <a:chOff x="6810318" y="4284899"/>
                <a:chExt cx="466531" cy="351106"/>
              </a:xfrm>
            </p:grpSpPr>
            <p:sp>
              <p:nvSpPr>
                <p:cNvPr id="54" name="Arrow: Chevron 53">
                  <a:extLst>
                    <a:ext uri="{FF2B5EF4-FFF2-40B4-BE49-F238E27FC236}">
                      <a16:creationId xmlns:a16="http://schemas.microsoft.com/office/drawing/2014/main" id="{20E00F62-D32A-8FB7-5FEB-5D3162EC33D3}"/>
                    </a:ext>
                  </a:extLst>
                </p:cNvPr>
                <p:cNvSpPr/>
                <p:nvPr/>
              </p:nvSpPr>
              <p:spPr>
                <a:xfrm rot="5400000">
                  <a:off x="6868031" y="4227186"/>
                  <a:ext cx="351106" cy="466531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430F5921-AE55-FC29-BAE4-5A0B0592787C}"/>
                    </a:ext>
                  </a:extLst>
                </p:cNvPr>
                <p:cNvSpPr txBox="1"/>
                <p:nvPr/>
              </p:nvSpPr>
              <p:spPr>
                <a:xfrm>
                  <a:off x="6837438" y="4337341"/>
                  <a:ext cx="412292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  <p:grpSp>
          <p:nvGrpSpPr>
            <p:cNvPr id="145" name="Group 144">
              <a:extLst>
                <a:ext uri="{FF2B5EF4-FFF2-40B4-BE49-F238E27FC236}">
                  <a16:creationId xmlns:a16="http://schemas.microsoft.com/office/drawing/2014/main" id="{006269D2-6EAF-F75E-6930-85DBED06320B}"/>
                </a:ext>
              </a:extLst>
            </p:cNvPr>
            <p:cNvGrpSpPr/>
            <p:nvPr/>
          </p:nvGrpSpPr>
          <p:grpSpPr>
            <a:xfrm>
              <a:off x="6873867" y="2722269"/>
              <a:ext cx="771421" cy="1177169"/>
              <a:chOff x="5361297" y="2496148"/>
              <a:chExt cx="771421" cy="1177169"/>
            </a:xfrm>
          </p:grpSpPr>
          <p:grpSp>
            <p:nvGrpSpPr>
              <p:cNvPr id="144" name="Group 143">
                <a:extLst>
                  <a:ext uri="{FF2B5EF4-FFF2-40B4-BE49-F238E27FC236}">
                    <a16:creationId xmlns:a16="http://schemas.microsoft.com/office/drawing/2014/main" id="{F136A3C0-E9C9-C3DD-1CBA-AC4A2BE7E202}"/>
                  </a:ext>
                </a:extLst>
              </p:cNvPr>
              <p:cNvGrpSpPr/>
              <p:nvPr/>
            </p:nvGrpSpPr>
            <p:grpSpPr>
              <a:xfrm>
                <a:off x="5361297" y="2699218"/>
                <a:ext cx="771421" cy="815478"/>
                <a:chOff x="5361297" y="2699218"/>
                <a:chExt cx="771421" cy="815478"/>
              </a:xfrm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86204A80-509E-EF06-FA78-41005CAEC4E1}"/>
                    </a:ext>
                  </a:extLst>
                </p:cNvPr>
                <p:cNvSpPr/>
                <p:nvPr/>
              </p:nvSpPr>
              <p:spPr>
                <a:xfrm>
                  <a:off x="5361297" y="3021320"/>
                  <a:ext cx="771421" cy="279919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rIns="0"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 err="1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Kubevirt</a:t>
                  </a:r>
                  <a:endPara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63" name="Rectangle: Rounded Corners 62">
                  <a:extLst>
                    <a:ext uri="{FF2B5EF4-FFF2-40B4-BE49-F238E27FC236}">
                      <a16:creationId xmlns:a16="http://schemas.microsoft.com/office/drawing/2014/main" id="{5621BE95-1B14-0E43-E3FF-7078718035A3}"/>
                    </a:ext>
                  </a:extLst>
                </p:cNvPr>
                <p:cNvSpPr/>
                <p:nvPr/>
              </p:nvSpPr>
              <p:spPr>
                <a:xfrm>
                  <a:off x="5361297" y="2699218"/>
                  <a:ext cx="771420" cy="815478"/>
                </a:xfrm>
                <a:prstGeom prst="round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45720" tIns="118872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800" dirty="0" err="1">
                      <a:solidFill>
                        <a:prstClr val="black"/>
                      </a:solidFill>
                    </a:rPr>
                    <a:t>kubevirt</a:t>
                  </a:r>
                  <a:endParaRPr kumimoji="0" lang="en-US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128" name="Flowchart: Off-page Connector 127">
                <a:extLst>
                  <a:ext uri="{FF2B5EF4-FFF2-40B4-BE49-F238E27FC236}">
                    <a16:creationId xmlns:a16="http://schemas.microsoft.com/office/drawing/2014/main" id="{B25D24C6-F24F-80D0-C832-4C6D36CBF121}"/>
                  </a:ext>
                </a:extLst>
              </p:cNvPr>
              <p:cNvSpPr/>
              <p:nvPr/>
            </p:nvSpPr>
            <p:spPr>
              <a:xfrm>
                <a:off x="5513742" y="3393398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29" name="TextBox 128">
                <a:extLst>
                  <a:ext uri="{FF2B5EF4-FFF2-40B4-BE49-F238E27FC236}">
                    <a16:creationId xmlns:a16="http://schemas.microsoft.com/office/drawing/2014/main" id="{0F30EC9B-DEB7-7B5F-EF09-382FA8AA41BB}"/>
                  </a:ext>
                </a:extLst>
              </p:cNvPr>
              <p:cNvSpPr txBox="1"/>
              <p:nvPr/>
            </p:nvSpPr>
            <p:spPr>
              <a:xfrm>
                <a:off x="5540861" y="3410247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  <p:grpSp>
            <p:nvGrpSpPr>
              <p:cNvPr id="130" name="Group 129">
                <a:extLst>
                  <a:ext uri="{FF2B5EF4-FFF2-40B4-BE49-F238E27FC236}">
                    <a16:creationId xmlns:a16="http://schemas.microsoft.com/office/drawing/2014/main" id="{7C710ACB-E418-078F-ACC7-9102B94079DC}"/>
                  </a:ext>
                </a:extLst>
              </p:cNvPr>
              <p:cNvGrpSpPr/>
              <p:nvPr/>
            </p:nvGrpSpPr>
            <p:grpSpPr>
              <a:xfrm>
                <a:off x="5513742" y="2496148"/>
                <a:ext cx="466531" cy="351106"/>
                <a:chOff x="6810318" y="4284899"/>
                <a:chExt cx="466531" cy="351106"/>
              </a:xfrm>
            </p:grpSpPr>
            <p:sp>
              <p:nvSpPr>
                <p:cNvPr id="131" name="Arrow: Chevron 130">
                  <a:extLst>
                    <a:ext uri="{FF2B5EF4-FFF2-40B4-BE49-F238E27FC236}">
                      <a16:creationId xmlns:a16="http://schemas.microsoft.com/office/drawing/2014/main" id="{7FDE113D-EB39-8E5A-4E1E-DAB44EFE7840}"/>
                    </a:ext>
                  </a:extLst>
                </p:cNvPr>
                <p:cNvSpPr/>
                <p:nvPr/>
              </p:nvSpPr>
              <p:spPr>
                <a:xfrm rot="5400000">
                  <a:off x="6868031" y="4227186"/>
                  <a:ext cx="351106" cy="466531"/>
                </a:xfrm>
                <a:prstGeom prst="chevron">
                  <a:avLst>
                    <a:gd name="adj" fmla="val 14000"/>
                  </a:avLst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tIns="0" rtlCol="0" anchor="t" anchorCtr="0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endParaRPr>
                </a:p>
              </p:txBody>
            </p:sp>
            <p:sp>
              <p:nvSpPr>
                <p:cNvPr id="132" name="TextBox 131">
                  <a:extLst>
                    <a:ext uri="{FF2B5EF4-FFF2-40B4-BE49-F238E27FC236}">
                      <a16:creationId xmlns:a16="http://schemas.microsoft.com/office/drawing/2014/main" id="{4D9EC07C-A8F0-2507-EF19-2538A77FF30C}"/>
                    </a:ext>
                  </a:extLst>
                </p:cNvPr>
                <p:cNvSpPr txBox="1"/>
                <p:nvPr/>
              </p:nvSpPr>
              <p:spPr>
                <a:xfrm>
                  <a:off x="6837438" y="4337341"/>
                  <a:ext cx="412292" cy="2308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ea typeface="+mn-ea"/>
                      <a:cs typeface="+mn-cs"/>
                    </a:rPr>
                    <a:t>host</a:t>
                  </a:r>
                </a:p>
              </p:txBody>
            </p:sp>
          </p:grp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D19AD911-C3B0-5BAA-3E01-9EDDB42030B5}"/>
                </a:ext>
              </a:extLst>
            </p:cNvPr>
            <p:cNvGrpSpPr/>
            <p:nvPr/>
          </p:nvGrpSpPr>
          <p:grpSpPr>
            <a:xfrm>
              <a:off x="6873867" y="1548208"/>
              <a:ext cx="771421" cy="974099"/>
              <a:chOff x="3816085" y="2671396"/>
              <a:chExt cx="771421" cy="974099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604642F9-5430-0677-C911-B02ACF0C3C08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Compute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dirty="0">
                    <a:solidFill>
                      <a:prstClr val="black"/>
                    </a:solidFill>
                  </a:rPr>
                  <a:t>Platform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41" name="Rectangle: Rounded Corners 140">
                <a:extLst>
                  <a:ext uri="{FF2B5EF4-FFF2-40B4-BE49-F238E27FC236}">
                    <a16:creationId xmlns:a16="http://schemas.microsoft.com/office/drawing/2014/main" id="{6EA74882-2540-F271-43E1-3F970B1DCD02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vm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42" name="Flowchart: Off-page Connector 141">
                <a:extLst>
                  <a:ext uri="{FF2B5EF4-FFF2-40B4-BE49-F238E27FC236}">
                    <a16:creationId xmlns:a16="http://schemas.microsoft.com/office/drawing/2014/main" id="{EC43F799-86E6-68F4-7588-0D29EA9AFC45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0BE06079-08F4-64BC-128C-1603C6B4F6D1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91C0F347-28D6-5FC8-706A-1710DA078346}"/>
                </a:ext>
              </a:extLst>
            </p:cNvPr>
            <p:cNvCxnSpPr>
              <a:cxnSpLocks/>
              <a:stCxn id="57" idx="0"/>
            </p:cNvCxnSpPr>
            <p:nvPr/>
          </p:nvCxnSpPr>
          <p:spPr>
            <a:xfrm flipH="1" flipV="1">
              <a:off x="7258818" y="3881245"/>
              <a:ext cx="760" cy="270597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C5AA650-2DDB-0A50-E127-5798B32855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58053" y="2532421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58D11E9-E884-B98D-C7B8-50308964A9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255775" y="5261237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38471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0965E86A-1C94-A558-145A-CBC2E89E62AD}"/>
              </a:ext>
            </a:extLst>
          </p:cNvPr>
          <p:cNvGrpSpPr/>
          <p:nvPr/>
        </p:nvGrpSpPr>
        <p:grpSpPr>
          <a:xfrm>
            <a:off x="5600935" y="4897646"/>
            <a:ext cx="771421" cy="991032"/>
            <a:chOff x="3816079" y="4223863"/>
            <a:chExt cx="771421" cy="99103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1423ABE-B95A-39BF-B25A-51AE295D7BCC}"/>
                </a:ext>
              </a:extLst>
            </p:cNvPr>
            <p:cNvSpPr/>
            <p:nvPr/>
          </p:nvSpPr>
          <p:spPr>
            <a:xfrm>
              <a:off x="3816079" y="4722603"/>
              <a:ext cx="771421" cy="25097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Compute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Platform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78CF353B-5D46-A40D-867F-63CF5553D636}"/>
                </a:ext>
              </a:extLst>
            </p:cNvPr>
            <p:cNvSpPr/>
            <p:nvPr/>
          </p:nvSpPr>
          <p:spPr>
            <a:xfrm>
              <a:off x="3816080" y="4399416"/>
              <a:ext cx="771420" cy="815479"/>
            </a:xfrm>
            <a:prstGeom prst="round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" tIns="0" bIns="9144" rtlCol="0" anchor="b" anchorCtr="0"/>
            <a:lstStyle/>
            <a:p>
              <a:pPr lvl="0">
                <a:defRPr/>
              </a:pPr>
              <a:r>
                <a:rPr lang="en-US" sz="800" dirty="0">
                  <a:solidFill>
                    <a:prstClr val="black"/>
                  </a:solidFill>
                </a:rPr>
                <a:t>server-1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1" name="Arrow: Chevron 20">
              <a:extLst>
                <a:ext uri="{FF2B5EF4-FFF2-40B4-BE49-F238E27FC236}">
                  <a16:creationId xmlns:a16="http://schemas.microsoft.com/office/drawing/2014/main" id="{C60B1716-C9A4-F253-E974-95F1F394129E}"/>
                </a:ext>
              </a:extLst>
            </p:cNvPr>
            <p:cNvSpPr/>
            <p:nvPr/>
          </p:nvSpPr>
          <p:spPr>
            <a:xfrm rot="5400000">
              <a:off x="4026243" y="4166150"/>
              <a:ext cx="351106" cy="466531"/>
            </a:xfrm>
            <a:prstGeom prst="chevron">
              <a:avLst>
                <a:gd name="adj" fmla="val 14000"/>
              </a:avLst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268AEC8-6C38-0232-0F56-5A4E5946BD1B}"/>
                </a:ext>
              </a:extLst>
            </p:cNvPr>
            <p:cNvSpPr txBox="1"/>
            <p:nvPr/>
          </p:nvSpPr>
          <p:spPr>
            <a:xfrm>
              <a:off x="3995650" y="4276305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</p:grp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91C0F347-28D6-5FC8-706A-1710DA078346}"/>
              </a:ext>
            </a:extLst>
          </p:cNvPr>
          <p:cNvCxnSpPr>
            <a:cxnSpLocks/>
            <a:stCxn id="10" idx="0"/>
            <a:endCxn id="27" idx="2"/>
          </p:cNvCxnSpPr>
          <p:nvPr/>
        </p:nvCxnSpPr>
        <p:spPr>
          <a:xfrm flipH="1" flipV="1">
            <a:off x="5688387" y="3195158"/>
            <a:ext cx="789522" cy="312363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58D11E9-E884-B98D-C7B8-50308964A9BB}"/>
              </a:ext>
            </a:extLst>
          </p:cNvPr>
          <p:cNvCxnSpPr>
            <a:cxnSpLocks/>
            <a:stCxn id="22" idx="0"/>
            <a:endCxn id="37" idx="2"/>
          </p:cNvCxnSpPr>
          <p:nvPr/>
        </p:nvCxnSpPr>
        <p:spPr>
          <a:xfrm flipV="1">
            <a:off x="5986652" y="4634056"/>
            <a:ext cx="491256" cy="316032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DC2ECF99-429F-AEDC-EECA-CE21A58CA59B}"/>
              </a:ext>
            </a:extLst>
          </p:cNvPr>
          <p:cNvCxnSpPr>
            <a:cxnSpLocks/>
            <a:stCxn id="21" idx="1"/>
            <a:endCxn id="23" idx="2"/>
          </p:cNvCxnSpPr>
          <p:nvPr/>
        </p:nvCxnSpPr>
        <p:spPr>
          <a:xfrm flipH="1" flipV="1">
            <a:off x="5302975" y="3195158"/>
            <a:ext cx="683677" cy="1751643"/>
          </a:xfrm>
          <a:prstGeom prst="straightConnector1">
            <a:avLst/>
          </a:prstGeom>
          <a:ln w="1270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7832EC5-4820-7807-59DB-9302AC44E342}"/>
              </a:ext>
            </a:extLst>
          </p:cNvPr>
          <p:cNvGrpSpPr/>
          <p:nvPr/>
        </p:nvGrpSpPr>
        <p:grpSpPr>
          <a:xfrm>
            <a:off x="6092198" y="3455079"/>
            <a:ext cx="771421" cy="1211215"/>
            <a:chOff x="6092198" y="3344244"/>
            <a:chExt cx="771421" cy="1211215"/>
          </a:xfrm>
        </p:grpSpPr>
        <p:grpSp>
          <p:nvGrpSpPr>
            <p:cNvPr id="146" name="Group 145">
              <a:extLst>
                <a:ext uri="{FF2B5EF4-FFF2-40B4-BE49-F238E27FC236}">
                  <a16:creationId xmlns:a16="http://schemas.microsoft.com/office/drawing/2014/main" id="{21372C5F-6019-6E0C-9508-4E8A358AF2EE}"/>
                </a:ext>
              </a:extLst>
            </p:cNvPr>
            <p:cNvGrpSpPr/>
            <p:nvPr/>
          </p:nvGrpSpPr>
          <p:grpSpPr>
            <a:xfrm>
              <a:off x="6092198" y="3581360"/>
              <a:ext cx="771421" cy="815478"/>
              <a:chOff x="4115528" y="2823110"/>
              <a:chExt cx="771421" cy="815478"/>
            </a:xfrm>
          </p:grpSpPr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C8C008F-40AE-7B56-066D-358A9B134B49}"/>
                  </a:ext>
                </a:extLst>
              </p:cNvPr>
              <p:cNvSpPr/>
              <p:nvPr/>
            </p:nvSpPr>
            <p:spPr>
              <a:xfrm>
                <a:off x="4115528" y="314521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Kubernetes Cluster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FBFC135-6FE4-4904-9572-E0043D70EBD6}"/>
                  </a:ext>
                </a:extLst>
              </p:cNvPr>
              <p:cNvSpPr/>
              <p:nvPr/>
            </p:nvSpPr>
            <p:spPr>
              <a:xfrm>
                <a:off x="4115528" y="2823110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118872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>
                    <a:solidFill>
                      <a:prstClr val="black"/>
                    </a:solidFill>
                  </a:rPr>
                  <a:t>cluster-1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sp>
          <p:nvSpPr>
            <p:cNvPr id="36" name="Flowchart: Off-page Connector 35">
              <a:extLst>
                <a:ext uri="{FF2B5EF4-FFF2-40B4-BE49-F238E27FC236}">
                  <a16:creationId xmlns:a16="http://schemas.microsoft.com/office/drawing/2014/main" id="{200F0872-23D3-5A7D-8660-9DA58F7CD82D}"/>
                </a:ext>
              </a:extLst>
            </p:cNvPr>
            <p:cNvSpPr/>
            <p:nvPr/>
          </p:nvSpPr>
          <p:spPr>
            <a:xfrm>
              <a:off x="6244643" y="4275540"/>
              <a:ext cx="466531" cy="279919"/>
            </a:xfrm>
            <a:prstGeom prst="flowChartOffpageConnector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t" anchorCtr="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5E9CD42-DACD-5EDE-FB72-AF6D27C6718E}"/>
                </a:ext>
              </a:extLst>
            </p:cNvPr>
            <p:cNvSpPr txBox="1"/>
            <p:nvPr/>
          </p:nvSpPr>
          <p:spPr>
            <a:xfrm>
              <a:off x="6271762" y="4292389"/>
              <a:ext cx="41229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rPr>
                <a:t>host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06200CC-AB5E-D005-7195-4302FA6C4D4F}"/>
                </a:ext>
              </a:extLst>
            </p:cNvPr>
            <p:cNvGrpSpPr/>
            <p:nvPr/>
          </p:nvGrpSpPr>
          <p:grpSpPr>
            <a:xfrm>
              <a:off x="6244643" y="3344244"/>
              <a:ext cx="466531" cy="351106"/>
              <a:chOff x="6810318" y="4284899"/>
              <a:chExt cx="466531" cy="351106"/>
            </a:xfrm>
          </p:grpSpPr>
          <p:sp>
            <p:nvSpPr>
              <p:cNvPr id="9" name="Arrow: Chevron 8">
                <a:extLst>
                  <a:ext uri="{FF2B5EF4-FFF2-40B4-BE49-F238E27FC236}">
                    <a16:creationId xmlns:a16="http://schemas.microsoft.com/office/drawing/2014/main" id="{8B500870-1B30-039B-B40D-86E40C4DE985}"/>
                  </a:ext>
                </a:extLst>
              </p:cNvPr>
              <p:cNvSpPr/>
              <p:nvPr/>
            </p:nvSpPr>
            <p:spPr>
              <a:xfrm rot="5400000">
                <a:off x="6868031" y="4227186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BEB75F8-96B8-F6CA-6C8B-90686C014822}"/>
                  </a:ext>
                </a:extLst>
              </p:cNvPr>
              <p:cNvSpPr txBox="1"/>
              <p:nvPr/>
            </p:nvSpPr>
            <p:spPr>
              <a:xfrm>
                <a:off x="6837438" y="4337341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exec</a:t>
                </a:r>
              </a:p>
            </p:txBody>
          </p:sp>
        </p:grp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45BFD68-B860-8B7E-CA46-21770E24C2A2}"/>
              </a:ext>
            </a:extLst>
          </p:cNvPr>
          <p:cNvGrpSpPr/>
          <p:nvPr/>
        </p:nvGrpSpPr>
        <p:grpSpPr>
          <a:xfrm>
            <a:off x="5109672" y="848590"/>
            <a:ext cx="771421" cy="2346568"/>
            <a:chOff x="4860292" y="848590"/>
            <a:chExt cx="771421" cy="2346568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F136A3C0-E9C9-C3DD-1CBA-AC4A2BE7E202}"/>
                </a:ext>
              </a:extLst>
            </p:cNvPr>
            <p:cNvGrpSpPr/>
            <p:nvPr/>
          </p:nvGrpSpPr>
          <p:grpSpPr>
            <a:xfrm>
              <a:off x="4860292" y="2225721"/>
              <a:ext cx="771421" cy="815478"/>
              <a:chOff x="5361297" y="2699218"/>
              <a:chExt cx="771421" cy="815478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86204A80-509E-EF06-FA78-41005CAEC4E1}"/>
                  </a:ext>
                </a:extLst>
              </p:cNvPr>
              <p:cNvSpPr/>
              <p:nvPr/>
            </p:nvSpPr>
            <p:spPr>
              <a:xfrm>
                <a:off x="5361297" y="3021320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Kubevirt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63" name="Rectangle: Rounded Corners 62">
                <a:extLst>
                  <a:ext uri="{FF2B5EF4-FFF2-40B4-BE49-F238E27FC236}">
                    <a16:creationId xmlns:a16="http://schemas.microsoft.com/office/drawing/2014/main" id="{5621BE95-1B14-0E43-E3FF-7078718035A3}"/>
                  </a:ext>
                </a:extLst>
              </p:cNvPr>
              <p:cNvSpPr/>
              <p:nvPr/>
            </p:nvSpPr>
            <p:spPr>
              <a:xfrm>
                <a:off x="5361297" y="2699218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45720" tIns="118872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800" dirty="0" err="1">
                    <a:solidFill>
                      <a:prstClr val="black"/>
                    </a:solidFill>
                  </a:rPr>
                  <a:t>kubevirt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7C710ACB-E418-078F-ACC7-9102B94079DC}"/>
                </a:ext>
              </a:extLst>
            </p:cNvPr>
            <p:cNvGrpSpPr/>
            <p:nvPr/>
          </p:nvGrpSpPr>
          <p:grpSpPr>
            <a:xfrm>
              <a:off x="5012737" y="2022651"/>
              <a:ext cx="466531" cy="351106"/>
              <a:chOff x="6810318" y="4284899"/>
              <a:chExt cx="466531" cy="351106"/>
            </a:xfrm>
          </p:grpSpPr>
          <p:sp>
            <p:nvSpPr>
              <p:cNvPr id="131" name="Arrow: Chevron 130">
                <a:extLst>
                  <a:ext uri="{FF2B5EF4-FFF2-40B4-BE49-F238E27FC236}">
                    <a16:creationId xmlns:a16="http://schemas.microsoft.com/office/drawing/2014/main" id="{7FDE113D-EB39-8E5A-4E1E-DAB44EFE7840}"/>
                  </a:ext>
                </a:extLst>
              </p:cNvPr>
              <p:cNvSpPr/>
              <p:nvPr/>
            </p:nvSpPr>
            <p:spPr>
              <a:xfrm rot="5400000">
                <a:off x="6868031" y="4227186"/>
                <a:ext cx="351106" cy="466531"/>
              </a:xfrm>
              <a:prstGeom prst="chevron">
                <a:avLst>
                  <a:gd name="adj" fmla="val 14000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4D9EC07C-A8F0-2507-EF19-2538A77FF30C}"/>
                  </a:ext>
                </a:extLst>
              </p:cNvPr>
              <p:cNvSpPr txBox="1"/>
              <p:nvPr/>
            </p:nvSpPr>
            <p:spPr>
              <a:xfrm>
                <a:off x="6837438" y="4337341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139" name="Group 138">
              <a:extLst>
                <a:ext uri="{FF2B5EF4-FFF2-40B4-BE49-F238E27FC236}">
                  <a16:creationId xmlns:a16="http://schemas.microsoft.com/office/drawing/2014/main" id="{D19AD911-C3B0-5BAA-3E01-9EDDB42030B5}"/>
                </a:ext>
              </a:extLst>
            </p:cNvPr>
            <p:cNvGrpSpPr/>
            <p:nvPr/>
          </p:nvGrpSpPr>
          <p:grpSpPr>
            <a:xfrm>
              <a:off x="4860292" y="848590"/>
              <a:ext cx="771421" cy="974099"/>
              <a:chOff x="3816085" y="2671396"/>
              <a:chExt cx="771421" cy="974099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604642F9-5430-0677-C911-B02ACF0C3C08}"/>
                  </a:ext>
                </a:extLst>
              </p:cNvPr>
              <p:cNvSpPr/>
              <p:nvPr/>
            </p:nvSpPr>
            <p:spPr>
              <a:xfrm>
                <a:off x="3816085" y="2911202"/>
                <a:ext cx="771421" cy="279919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90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Compute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900" dirty="0">
                    <a:solidFill>
                      <a:prstClr val="black"/>
                    </a:solidFill>
                  </a:rPr>
                  <a:t>Platform</a:t>
                </a:r>
                <a:endPara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41" name="Rectangle: Rounded Corners 140">
                <a:extLst>
                  <a:ext uri="{FF2B5EF4-FFF2-40B4-BE49-F238E27FC236}">
                    <a16:creationId xmlns:a16="http://schemas.microsoft.com/office/drawing/2014/main" id="{6EA74882-2540-F271-43E1-3F970B1DCD02}"/>
                  </a:ext>
                </a:extLst>
              </p:cNvPr>
              <p:cNvSpPr/>
              <p:nvPr/>
            </p:nvSpPr>
            <p:spPr>
              <a:xfrm>
                <a:off x="3816085" y="2671396"/>
                <a:ext cx="771420" cy="815478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8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vm</a:t>
                </a:r>
                <a:endParaRPr kumimoji="0" lang="en-US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42" name="Flowchart: Off-page Connector 141">
                <a:extLst>
                  <a:ext uri="{FF2B5EF4-FFF2-40B4-BE49-F238E27FC236}">
                    <a16:creationId xmlns:a16="http://schemas.microsoft.com/office/drawing/2014/main" id="{EC43F799-86E6-68F4-7588-0D29EA9AFC45}"/>
                  </a:ext>
                </a:extLst>
              </p:cNvPr>
              <p:cNvSpPr/>
              <p:nvPr/>
            </p:nvSpPr>
            <p:spPr>
              <a:xfrm>
                <a:off x="3968530" y="3365576"/>
                <a:ext cx="466531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0BE06079-08F4-64BC-128C-1603C6B4F6D1}"/>
                  </a:ext>
                </a:extLst>
              </p:cNvPr>
              <p:cNvSpPr txBox="1"/>
              <p:nvPr/>
            </p:nvSpPr>
            <p:spPr>
              <a:xfrm>
                <a:off x="3995649" y="3382425"/>
                <a:ext cx="412292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C5AA650-2DDB-0A50-E127-5798B32855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4478" y="1832803"/>
              <a:ext cx="760" cy="26150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018D367-5174-241C-A342-270B087AEE7E}"/>
                </a:ext>
              </a:extLst>
            </p:cNvPr>
            <p:cNvGrpSpPr/>
            <p:nvPr/>
          </p:nvGrpSpPr>
          <p:grpSpPr>
            <a:xfrm>
              <a:off x="4891807" y="2915239"/>
              <a:ext cx="323575" cy="279919"/>
              <a:chOff x="1967043" y="2225721"/>
              <a:chExt cx="323575" cy="279919"/>
            </a:xfrm>
          </p:grpSpPr>
          <p:sp>
            <p:nvSpPr>
              <p:cNvPr id="23" name="Flowchart: Off-page Connector 22">
                <a:extLst>
                  <a:ext uri="{FF2B5EF4-FFF2-40B4-BE49-F238E27FC236}">
                    <a16:creationId xmlns:a16="http://schemas.microsoft.com/office/drawing/2014/main" id="{6BD29F27-1C17-90F6-EEFD-08810396F524}"/>
                  </a:ext>
                </a:extLst>
              </p:cNvPr>
              <p:cNvSpPr/>
              <p:nvPr/>
            </p:nvSpPr>
            <p:spPr>
              <a:xfrm>
                <a:off x="1967043" y="2225721"/>
                <a:ext cx="323575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51844E3-19DA-3DBC-DBEA-4A6481BD11A7}"/>
                  </a:ext>
                </a:extLst>
              </p:cNvPr>
              <p:cNvSpPr txBox="1"/>
              <p:nvPr/>
            </p:nvSpPr>
            <p:spPr>
              <a:xfrm>
                <a:off x="1987942" y="2225721"/>
                <a:ext cx="285956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host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38147EB-897F-47B2-6397-1A0EAF8BE763}"/>
                </a:ext>
              </a:extLst>
            </p:cNvPr>
            <p:cNvGrpSpPr/>
            <p:nvPr/>
          </p:nvGrpSpPr>
          <p:grpSpPr>
            <a:xfrm>
              <a:off x="5277219" y="2915239"/>
              <a:ext cx="323575" cy="279919"/>
              <a:chOff x="1967043" y="2225721"/>
              <a:chExt cx="323575" cy="279919"/>
            </a:xfrm>
          </p:grpSpPr>
          <p:sp>
            <p:nvSpPr>
              <p:cNvPr id="27" name="Flowchart: Off-page Connector 26">
                <a:extLst>
                  <a:ext uri="{FF2B5EF4-FFF2-40B4-BE49-F238E27FC236}">
                    <a16:creationId xmlns:a16="http://schemas.microsoft.com/office/drawing/2014/main" id="{36F2813F-4F10-BDF1-C43C-F99D29A5F014}"/>
                  </a:ext>
                </a:extLst>
              </p:cNvPr>
              <p:cNvSpPr/>
              <p:nvPr/>
            </p:nvSpPr>
            <p:spPr>
              <a:xfrm>
                <a:off x="1967043" y="2225721"/>
                <a:ext cx="323575" cy="279919"/>
              </a:xfrm>
              <a:prstGeom prst="flowChartOffpageConnector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t" anchorCtr="0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E7E0F5B-82A8-EEE6-D14F-B5FE9C842271}"/>
                  </a:ext>
                </a:extLst>
              </p:cNvPr>
              <p:cNvSpPr txBox="1"/>
              <p:nvPr/>
            </p:nvSpPr>
            <p:spPr>
              <a:xfrm>
                <a:off x="1987942" y="2225721"/>
                <a:ext cx="285956" cy="230832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runs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69653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93</Words>
  <Application>Microsoft Office PowerPoint</Application>
  <PresentationFormat>Widescreen</PresentationFormat>
  <Paragraphs>88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Lauwers</dc:creator>
  <cp:lastModifiedBy>Chris Lauwers</cp:lastModifiedBy>
  <cp:revision>22</cp:revision>
  <dcterms:created xsi:type="dcterms:W3CDTF">2025-08-28T00:01:42Z</dcterms:created>
  <dcterms:modified xsi:type="dcterms:W3CDTF">2026-01-15T02:48:04Z</dcterms:modified>
</cp:coreProperties>
</file>