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EAEAEA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9C640-FDAB-4920-985D-AE6877D6D812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DF4E5-B912-44DE-B266-06BCB3F68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9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8C3E1-A7B1-C956-F89C-8B09E4BAD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8DA49-12E1-CF1E-FDF4-D3675189B5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B9FBA-FC7A-F874-AC33-BF8C79716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A44DD-330B-3F0F-208E-BDA18804F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CE2EB-B4BC-DC8F-68B4-9367A3FA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29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B28-C534-651E-F331-8A82299BE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3197-8600-529E-F0BB-8240F11E5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C03C-36B9-45B4-F253-E7A5297BE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AB7A3-67FF-E2AD-9F55-5FB14B46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09E6B-834C-B181-F9CC-68261548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15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2CCC-241D-BE86-839A-9EA95EF1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C8CD8-4E09-4E44-921D-FD7CB0424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03FC-41CC-CB6E-D2AF-AB296AEBE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B7822-F064-F9AA-D9EB-1C932786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CA43A-1D54-EE4A-7653-63667B4E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300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C0A28-7ACF-5048-7F56-19D868FA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75150-59E9-DEAC-E673-2815C3194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7BD2D-53EA-C43B-0379-ECDD9CD06A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754C8-979F-82D5-01FD-556F7522D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E8CBD-5A6A-6ACC-1735-BFA016FFF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F5B8A4-AACC-0D60-5503-DCFA91F3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45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81E7-6D3A-9873-B594-3896EA1B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2B74C7-134F-F4CF-03EC-CF1851E62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75916-FA14-4FB7-3AAB-A82B159EF6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0EC75-D15D-BA80-0E34-145FBA046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79759-6234-3F7E-C662-68B93E20F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69E83E-6867-8470-8AAE-6D660E91F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90444-C087-2DE5-CED7-6884D33C1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8B977D-7885-7BF9-25EC-D0A6CA6B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8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D81B3-8E2E-AC33-CFFD-8EDEE867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6CB4-4EFF-73EF-B71A-DBEB2CCAF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1C715-D8A2-84F0-A9AF-F01FD1FBE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FD856-74C8-78FA-DF6C-9C4355B57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19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73F93-8BA7-53FB-C4B7-843BC5E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7D192-B9D6-6AFE-0EDD-495DBB6A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540C-CE04-2979-06FA-406378585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6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D637-9B99-2625-AAAB-48E3FEBDE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9AB6-907B-50AC-5408-D50278D55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C97C4-8EDA-7370-2FBA-2A71FDF87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ABF94-E090-6145-A2A4-6F6DFE73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7CDF5-50B2-7ADF-DE1B-73613DA66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351A0-1A78-1E87-12A1-04822C05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31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74DD2-D95D-EF79-15E9-4B0C1E09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9194C-097D-7820-E38A-51CFDB224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941B7-C9D4-AF94-9E18-41E61719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5AFAB-878F-62AC-CD2D-ABB8E31F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432FF-D980-8675-8DED-C7C0A6A9A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6BA21-09A2-8C42-FDC2-DE345C12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3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37E7-834B-ABCA-23FA-CB845AD0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95CCA-D049-174F-90F5-FA6574065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EA6A-9DD6-BBBC-85B7-03A036496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8F9A1-C128-BB73-580D-1EBE07731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9F591-E89B-C846-F0DE-A206F4D1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38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40BB9-C09D-6F95-294B-30AF96DEF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C07722-6B29-F509-1F21-D8D2DAF89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1C0ED-B600-538F-0F7F-92462990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A4059-0517-D418-4498-2008E3FDD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CC715-50EB-FA42-EC88-F161E653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07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AA94E6-0F41-E039-8ACB-AD5209860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567D0-041F-D6C5-C762-8CEBE58A8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91B58-DF3C-CA31-ECA6-0200F010E4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8158F-7D22-4D02-A7C1-554F35EEE72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1255-E26D-F260-274D-3A78FC060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A45EF-47C6-4A3D-9099-BD39435DF8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FFA2F-4DC4-4DA3-8DE9-35CFD06062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9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3C166FC-2FBD-9E88-15CA-22E6FDF98AD3}"/>
              </a:ext>
            </a:extLst>
          </p:cNvPr>
          <p:cNvCxnSpPr>
            <a:cxnSpLocks/>
          </p:cNvCxnSpPr>
          <p:nvPr/>
        </p:nvCxnSpPr>
        <p:spPr>
          <a:xfrm flipV="1">
            <a:off x="5817680" y="3175052"/>
            <a:ext cx="540563" cy="949734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D067B3-94DD-863D-3326-118B3FD359F2}"/>
              </a:ext>
            </a:extLst>
          </p:cNvPr>
          <p:cNvCxnSpPr>
            <a:cxnSpLocks/>
          </p:cNvCxnSpPr>
          <p:nvPr/>
        </p:nvCxnSpPr>
        <p:spPr>
          <a:xfrm flipH="1" flipV="1">
            <a:off x="6967530" y="3067441"/>
            <a:ext cx="981260" cy="1103204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9922CC-D8E2-A54F-B6EA-BDC8F1E5EDE2}"/>
              </a:ext>
            </a:extLst>
          </p:cNvPr>
          <p:cNvCxnSpPr>
            <a:cxnSpLocks/>
            <a:endCxn id="3" idx="2"/>
          </p:cNvCxnSpPr>
          <p:nvPr/>
        </p:nvCxnSpPr>
        <p:spPr>
          <a:xfrm flipH="1" flipV="1">
            <a:off x="6700254" y="3132226"/>
            <a:ext cx="171863" cy="99256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AECE77E-5FC8-CC3C-5A4B-E1BB9C75139C}"/>
              </a:ext>
            </a:extLst>
          </p:cNvPr>
          <p:cNvCxnSpPr>
            <a:cxnSpLocks/>
          </p:cNvCxnSpPr>
          <p:nvPr/>
        </p:nvCxnSpPr>
        <p:spPr>
          <a:xfrm flipV="1">
            <a:off x="3524587" y="1587033"/>
            <a:ext cx="836251" cy="41500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1F8987-E183-D69F-7730-0A59AE600927}"/>
              </a:ext>
            </a:extLst>
          </p:cNvPr>
          <p:cNvCxnSpPr>
            <a:cxnSpLocks/>
          </p:cNvCxnSpPr>
          <p:nvPr/>
        </p:nvCxnSpPr>
        <p:spPr>
          <a:xfrm flipH="1" flipV="1">
            <a:off x="5261987" y="1469624"/>
            <a:ext cx="1044652" cy="106482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ED395F2-628A-524A-A355-693E0D05D893}"/>
              </a:ext>
            </a:extLst>
          </p:cNvPr>
          <p:cNvGrpSpPr/>
          <p:nvPr/>
        </p:nvGrpSpPr>
        <p:grpSpPr>
          <a:xfrm>
            <a:off x="4260934" y="623420"/>
            <a:ext cx="1152150" cy="982296"/>
            <a:chOff x="4171829" y="1725228"/>
            <a:chExt cx="1152150" cy="982296"/>
          </a:xfrm>
        </p:grpSpPr>
        <p:sp>
          <p:nvSpPr>
            <p:cNvPr id="11" name="Flowchart: Multidocument 10">
              <a:extLst>
                <a:ext uri="{FF2B5EF4-FFF2-40B4-BE49-F238E27FC236}">
                  <a16:creationId xmlns:a16="http://schemas.microsoft.com/office/drawing/2014/main" id="{04C52AB1-DB63-400E-0C51-63BC2EB5D291}"/>
                </a:ext>
              </a:extLst>
            </p:cNvPr>
            <p:cNvSpPr/>
            <p:nvPr/>
          </p:nvSpPr>
          <p:spPr>
            <a:xfrm>
              <a:off x="4290704" y="2021724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Core Profile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69D0241-086D-AA8C-88E2-4FD64AD7E489}"/>
                </a:ext>
              </a:extLst>
            </p:cNvPr>
            <p:cNvSpPr txBox="1"/>
            <p:nvPr/>
          </p:nvSpPr>
          <p:spPr>
            <a:xfrm>
              <a:off x="4171829" y="1725228"/>
              <a:ext cx="11521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Shared Definitions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6F88148-E40C-AD8D-9713-B32590C7ED15}"/>
              </a:ext>
            </a:extLst>
          </p:cNvPr>
          <p:cNvGrpSpPr/>
          <p:nvPr/>
        </p:nvGrpSpPr>
        <p:grpSpPr>
          <a:xfrm>
            <a:off x="2567119" y="1580055"/>
            <a:ext cx="914401" cy="1122349"/>
            <a:chOff x="2537811" y="1900092"/>
            <a:chExt cx="914401" cy="1122349"/>
          </a:xfrm>
        </p:grpSpPr>
        <p:sp>
          <p:nvSpPr>
            <p:cNvPr id="2" name="Flowchart: Multidocument 1">
              <a:extLst>
                <a:ext uri="{FF2B5EF4-FFF2-40B4-BE49-F238E27FC236}">
                  <a16:creationId xmlns:a16="http://schemas.microsoft.com/office/drawing/2014/main" id="{98CF8CF5-EEE5-13D2-D8E3-EFFFB9A1AECE}"/>
                </a:ext>
              </a:extLst>
            </p:cNvPr>
            <p:cNvSpPr/>
            <p:nvPr/>
          </p:nvSpPr>
          <p:spPr>
            <a:xfrm>
              <a:off x="2537811" y="2336641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Common Profile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007067B-B010-C697-2C0E-9D285B242743}"/>
                </a:ext>
              </a:extLst>
            </p:cNvPr>
            <p:cNvSpPr txBox="1"/>
            <p:nvPr/>
          </p:nvSpPr>
          <p:spPr>
            <a:xfrm>
              <a:off x="2537811" y="1900092"/>
              <a:ext cx="9144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Abstract Definitions</a:t>
              </a:r>
            </a:p>
          </p:txBody>
        </p:sp>
      </p:grpSp>
      <p:sp>
        <p:nvSpPr>
          <p:cNvPr id="3" name="Flowchart: Multidocument 2">
            <a:extLst>
              <a:ext uri="{FF2B5EF4-FFF2-40B4-BE49-F238E27FC236}">
                <a16:creationId xmlns:a16="http://schemas.microsoft.com/office/drawing/2014/main" id="{EC009B6F-8E9E-4D22-AE73-7C93D36EF2C5}"/>
              </a:ext>
            </a:extLst>
          </p:cNvPr>
          <p:cNvSpPr/>
          <p:nvPr/>
        </p:nvSpPr>
        <p:spPr>
          <a:xfrm>
            <a:off x="6306639" y="2472397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IaaS</a:t>
            </a:r>
          </a:p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7702F9-A6DC-F401-DD1F-2D0BB0DE790E}"/>
              </a:ext>
            </a:extLst>
          </p:cNvPr>
          <p:cNvSpPr txBox="1"/>
          <p:nvPr/>
        </p:nvSpPr>
        <p:spPr>
          <a:xfrm>
            <a:off x="6586707" y="3518960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BA8348-D57F-285A-C1DC-F0F8E81DB9A2}"/>
              </a:ext>
            </a:extLst>
          </p:cNvPr>
          <p:cNvSpPr txBox="1"/>
          <p:nvPr/>
        </p:nvSpPr>
        <p:spPr>
          <a:xfrm>
            <a:off x="5997073" y="3487603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349EFD-2C17-393D-36F5-A04454845239}"/>
              </a:ext>
            </a:extLst>
          </p:cNvPr>
          <p:cNvSpPr txBox="1"/>
          <p:nvPr/>
        </p:nvSpPr>
        <p:spPr>
          <a:xfrm>
            <a:off x="5574194" y="1900092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E0F2E6-888D-91E4-4BA2-F5E05A89E5C8}"/>
              </a:ext>
            </a:extLst>
          </p:cNvPr>
          <p:cNvSpPr txBox="1"/>
          <p:nvPr/>
        </p:nvSpPr>
        <p:spPr>
          <a:xfrm>
            <a:off x="3686197" y="1753788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import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297161C-FDFB-8372-F9B2-95C4BB04F66C}"/>
              </a:ext>
            </a:extLst>
          </p:cNvPr>
          <p:cNvGrpSpPr/>
          <p:nvPr/>
        </p:nvGrpSpPr>
        <p:grpSpPr>
          <a:xfrm>
            <a:off x="4904623" y="4187500"/>
            <a:ext cx="1298452" cy="1088462"/>
            <a:chOff x="5157002" y="4582599"/>
            <a:chExt cx="1298452" cy="1088462"/>
          </a:xfrm>
        </p:grpSpPr>
        <p:sp>
          <p:nvSpPr>
            <p:cNvPr id="4" name="Flowchart: Multidocument 3">
              <a:extLst>
                <a:ext uri="{FF2B5EF4-FFF2-40B4-BE49-F238E27FC236}">
                  <a16:creationId xmlns:a16="http://schemas.microsoft.com/office/drawing/2014/main" id="{E4BD5CEF-7B3A-F6B9-5350-221ACC3B4D58}"/>
                </a:ext>
              </a:extLst>
            </p:cNvPr>
            <p:cNvSpPr/>
            <p:nvPr/>
          </p:nvSpPr>
          <p:spPr>
            <a:xfrm>
              <a:off x="5349028" y="4582599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AWS Profile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0FD6490-862D-0A7E-CD7B-B77407D189B7}"/>
                </a:ext>
              </a:extLst>
            </p:cNvPr>
            <p:cNvSpPr txBox="1"/>
            <p:nvPr/>
          </p:nvSpPr>
          <p:spPr>
            <a:xfrm>
              <a:off x="5157002" y="5270951"/>
              <a:ext cx="12984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Vendor Specific  Definitions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8E28D0-9A97-6A16-8450-167396999F24}"/>
              </a:ext>
            </a:extLst>
          </p:cNvPr>
          <p:cNvGrpSpPr/>
          <p:nvPr/>
        </p:nvGrpSpPr>
        <p:grpSpPr>
          <a:xfrm>
            <a:off x="6331667" y="4187500"/>
            <a:ext cx="1298452" cy="1102765"/>
            <a:chOff x="6801099" y="4582599"/>
            <a:chExt cx="1298452" cy="1102765"/>
          </a:xfrm>
        </p:grpSpPr>
        <p:sp>
          <p:nvSpPr>
            <p:cNvPr id="6" name="Flowchart: Multidocument 5">
              <a:extLst>
                <a:ext uri="{FF2B5EF4-FFF2-40B4-BE49-F238E27FC236}">
                  <a16:creationId xmlns:a16="http://schemas.microsoft.com/office/drawing/2014/main" id="{18398E36-287B-B2FE-6BBA-7799599EA76C}"/>
                </a:ext>
              </a:extLst>
            </p:cNvPr>
            <p:cNvSpPr/>
            <p:nvPr/>
          </p:nvSpPr>
          <p:spPr>
            <a:xfrm>
              <a:off x="6993125" y="4582599"/>
              <a:ext cx="914400" cy="685800"/>
            </a:xfrm>
            <a:prstGeom prst="flowChartMultidocument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tIns="91440" rIns="0" rtlCol="0" anchor="t" anchorCtr="0"/>
            <a:lstStyle/>
            <a:p>
              <a:r>
                <a:rPr lang="en-US" sz="1100" kern="0" dirty="0">
                  <a:solidFill>
                    <a:prstClr val="black"/>
                  </a:solidFill>
                  <a:latin typeface="Calibri" panose="020F0502020204030204"/>
                </a:rPr>
                <a:t>OpenStack Profile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F225E2C-6157-3B3B-93BD-E4D4A22F35A8}"/>
                </a:ext>
              </a:extLst>
            </p:cNvPr>
            <p:cNvSpPr txBox="1"/>
            <p:nvPr/>
          </p:nvSpPr>
          <p:spPr>
            <a:xfrm>
              <a:off x="6801099" y="5285254"/>
              <a:ext cx="12984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000"/>
              </a:lvl1pPr>
            </a:lstStyle>
            <a:p>
              <a:r>
                <a:rPr lang="en-US" dirty="0"/>
                <a:t>Vendor Specific  Definitions</a:t>
              </a:r>
            </a:p>
          </p:txBody>
        </p:sp>
      </p:grpSp>
      <p:sp>
        <p:nvSpPr>
          <p:cNvPr id="5" name="Flowchart: Multidocument 4">
            <a:extLst>
              <a:ext uri="{FF2B5EF4-FFF2-40B4-BE49-F238E27FC236}">
                <a16:creationId xmlns:a16="http://schemas.microsoft.com/office/drawing/2014/main" id="{9ABF8E2D-4F30-107C-C91B-38A8217A03C3}"/>
              </a:ext>
            </a:extLst>
          </p:cNvPr>
          <p:cNvSpPr/>
          <p:nvPr/>
        </p:nvSpPr>
        <p:spPr>
          <a:xfrm>
            <a:off x="7886084" y="4187500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Proxmox Profile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76762B-DE56-28B3-919B-D1AC20FD745B}"/>
              </a:ext>
            </a:extLst>
          </p:cNvPr>
          <p:cNvSpPr txBox="1"/>
          <p:nvPr/>
        </p:nvSpPr>
        <p:spPr>
          <a:xfrm>
            <a:off x="7694058" y="4890155"/>
            <a:ext cx="1298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/>
            </a:lvl1pPr>
          </a:lstStyle>
          <a:p>
            <a:r>
              <a:rPr lang="en-US" dirty="0"/>
              <a:t>Vendor Specific  Definitions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77B4B9-C7CA-621D-C0CB-2E3F9BDCDF8E}"/>
              </a:ext>
            </a:extLst>
          </p:cNvPr>
          <p:cNvSpPr txBox="1"/>
          <p:nvPr/>
        </p:nvSpPr>
        <p:spPr>
          <a:xfrm>
            <a:off x="7203742" y="3496031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  <p:sp>
        <p:nvSpPr>
          <p:cNvPr id="38" name="Flowchart: Multidocument 37">
            <a:extLst>
              <a:ext uri="{FF2B5EF4-FFF2-40B4-BE49-F238E27FC236}">
                <a16:creationId xmlns:a16="http://schemas.microsoft.com/office/drawing/2014/main" id="{9037B3AE-9D04-095D-F3DB-FAFFB7F7A023}"/>
              </a:ext>
            </a:extLst>
          </p:cNvPr>
          <p:cNvSpPr/>
          <p:nvPr/>
        </p:nvSpPr>
        <p:spPr>
          <a:xfrm>
            <a:off x="7886084" y="2327600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Kubernetes Profile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4CBF4D-F78B-A125-E8AD-42DF1A336318}"/>
              </a:ext>
            </a:extLst>
          </p:cNvPr>
          <p:cNvCxnSpPr>
            <a:cxnSpLocks/>
          </p:cNvCxnSpPr>
          <p:nvPr/>
        </p:nvCxnSpPr>
        <p:spPr>
          <a:xfrm flipH="1" flipV="1">
            <a:off x="5294209" y="1406910"/>
            <a:ext cx="2523911" cy="103362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C92A4F98-22D6-686F-C297-ADE3A81BF790}"/>
              </a:ext>
            </a:extLst>
          </p:cNvPr>
          <p:cNvSpPr txBox="1"/>
          <p:nvPr/>
        </p:nvSpPr>
        <p:spPr>
          <a:xfrm>
            <a:off x="6080913" y="1733640"/>
            <a:ext cx="354263" cy="153888"/>
          </a:xfrm>
          <a:prstGeom prst="rect">
            <a:avLst/>
          </a:prstGeom>
          <a:solidFill>
            <a:sysClr val="window" lastClr="FFFFFF"/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r>
              <a:rPr lang="en-US" dirty="0"/>
              <a:t>import</a:t>
            </a:r>
          </a:p>
        </p:txBody>
      </p:sp>
      <p:sp>
        <p:nvSpPr>
          <p:cNvPr id="44" name="Flowchart: Multidocument 43">
            <a:extLst>
              <a:ext uri="{FF2B5EF4-FFF2-40B4-BE49-F238E27FC236}">
                <a16:creationId xmlns:a16="http://schemas.microsoft.com/office/drawing/2014/main" id="{8A3F6EBC-0DFC-3610-A275-75A659A41DC6}"/>
              </a:ext>
            </a:extLst>
          </p:cNvPr>
          <p:cNvSpPr/>
          <p:nvPr/>
        </p:nvSpPr>
        <p:spPr>
          <a:xfrm>
            <a:off x="762908" y="3298591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Network Profile</a:t>
            </a:r>
          </a:p>
        </p:txBody>
      </p:sp>
      <p:sp>
        <p:nvSpPr>
          <p:cNvPr id="46" name="Flowchart: Multidocument 45">
            <a:extLst>
              <a:ext uri="{FF2B5EF4-FFF2-40B4-BE49-F238E27FC236}">
                <a16:creationId xmlns:a16="http://schemas.microsoft.com/office/drawing/2014/main" id="{598ADD74-89EF-BE30-020C-10C0F9B75FFF}"/>
              </a:ext>
            </a:extLst>
          </p:cNvPr>
          <p:cNvSpPr/>
          <p:nvPr/>
        </p:nvSpPr>
        <p:spPr>
          <a:xfrm>
            <a:off x="1838393" y="3298591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Data</a:t>
            </a:r>
          </a:p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  <p:sp>
        <p:nvSpPr>
          <p:cNvPr id="47" name="Flowchart: Multidocument 46">
            <a:extLst>
              <a:ext uri="{FF2B5EF4-FFF2-40B4-BE49-F238E27FC236}">
                <a16:creationId xmlns:a16="http://schemas.microsoft.com/office/drawing/2014/main" id="{D8DE2728-2273-4D95-BF94-0FEC5A75C070}"/>
              </a:ext>
            </a:extLst>
          </p:cNvPr>
          <p:cNvSpPr/>
          <p:nvPr/>
        </p:nvSpPr>
        <p:spPr>
          <a:xfrm>
            <a:off x="2913878" y="3298591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Application Profile</a:t>
            </a:r>
          </a:p>
        </p:txBody>
      </p:sp>
      <p:sp>
        <p:nvSpPr>
          <p:cNvPr id="48" name="Flowchart: Multidocument 47">
            <a:extLst>
              <a:ext uri="{FF2B5EF4-FFF2-40B4-BE49-F238E27FC236}">
                <a16:creationId xmlns:a16="http://schemas.microsoft.com/office/drawing/2014/main" id="{3CA9DA77-F414-8110-5A93-3AE4C50AD650}"/>
              </a:ext>
            </a:extLst>
          </p:cNvPr>
          <p:cNvSpPr/>
          <p:nvPr/>
        </p:nvSpPr>
        <p:spPr>
          <a:xfrm>
            <a:off x="3989362" y="3298591"/>
            <a:ext cx="914400" cy="685800"/>
          </a:xfrm>
          <a:prstGeom prst="flowChartMultidocument">
            <a:avLst/>
          </a:prstGeom>
          <a:noFill/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tIns="91440" rIns="0" rtlCol="0" anchor="t" anchorCtr="0"/>
          <a:lstStyle/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Platform</a:t>
            </a:r>
          </a:p>
          <a:p>
            <a:r>
              <a:rPr lang="en-US" sz="1100" kern="0" dirty="0">
                <a:solidFill>
                  <a:prstClr val="black"/>
                </a:solidFill>
                <a:latin typeface="Calibri" panose="020F0502020204030204"/>
              </a:rPr>
              <a:t>Profile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20B4573-CE3C-BD6E-9587-4DD17F7A37DE}"/>
              </a:ext>
            </a:extLst>
          </p:cNvPr>
          <p:cNvCxnSpPr>
            <a:cxnSpLocks/>
          </p:cNvCxnSpPr>
          <p:nvPr/>
        </p:nvCxnSpPr>
        <p:spPr>
          <a:xfrm flipV="1">
            <a:off x="1349283" y="2661356"/>
            <a:ext cx="1170130" cy="59703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D4035C2-D3BC-8141-3539-470725D5FDF2}"/>
              </a:ext>
            </a:extLst>
          </p:cNvPr>
          <p:cNvCxnSpPr>
            <a:cxnSpLocks/>
          </p:cNvCxnSpPr>
          <p:nvPr/>
        </p:nvCxnSpPr>
        <p:spPr>
          <a:xfrm flipH="1" flipV="1">
            <a:off x="3343646" y="2615636"/>
            <a:ext cx="1138391" cy="63723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5BDC8CB-7D87-5391-9539-6FEA49D8B383}"/>
              </a:ext>
            </a:extLst>
          </p:cNvPr>
          <p:cNvCxnSpPr>
            <a:cxnSpLocks/>
          </p:cNvCxnSpPr>
          <p:nvPr/>
        </p:nvCxnSpPr>
        <p:spPr>
          <a:xfrm flipV="1">
            <a:off x="2358500" y="2728173"/>
            <a:ext cx="359177" cy="54298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4B169D2-393F-1D1C-3B1B-DA37A7D7DD6B}"/>
              </a:ext>
            </a:extLst>
          </p:cNvPr>
          <p:cNvCxnSpPr>
            <a:cxnSpLocks/>
          </p:cNvCxnSpPr>
          <p:nvPr/>
        </p:nvCxnSpPr>
        <p:spPr>
          <a:xfrm flipH="1" flipV="1">
            <a:off x="3128700" y="2633924"/>
            <a:ext cx="305285" cy="62809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174812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931</TotalTime>
  <Words>41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 Lauwers</dc:creator>
  <cp:lastModifiedBy>Chris Lauwers</cp:lastModifiedBy>
  <cp:revision>305</cp:revision>
  <dcterms:created xsi:type="dcterms:W3CDTF">2022-06-04T21:42:55Z</dcterms:created>
  <dcterms:modified xsi:type="dcterms:W3CDTF">2025-11-07T21:20:36Z</dcterms:modified>
</cp:coreProperties>
</file>