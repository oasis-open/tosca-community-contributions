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0" r:id="rId2"/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9C640-FDAB-4920-985D-AE6877D6D81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DF4E5-B912-44DE-B266-06BCB3F6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C3E1-A7B1-C956-F89C-8B09E4BAD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8DA49-12E1-CF1E-FDF4-D3675189B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B9FBA-FC7A-F874-AC33-BF8C7971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44DD-330B-3F0F-208E-BDA18804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E2EB-B4BC-DC8F-68B4-9367A3F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B28-C534-651E-F331-8A82299B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3197-8600-529E-F0BB-8240F11E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C03C-36B9-45B4-F253-E7A5297B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B7A3-67FF-E2AD-9F55-5FB14B46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9E6B-834C-B181-F9CC-6826154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2CCC-241D-BE86-839A-9EA95EF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8CD8-4E09-4E44-921D-FD7CB042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03FC-41CC-CB6E-D2AF-AB296AEB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7822-F064-F9AA-D9EB-1C932786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A43A-1D54-EE4A-7653-63667B4E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A28-7ACF-5048-7F56-19D868FA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5150-59E9-DEAC-E673-2815C319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BD2D-53EA-C43B-0379-ECDD9CD0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754C8-979F-82D5-01FD-556F752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8CBD-5A6A-6ACC-1735-BFA016F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B8A4-AACC-0D60-5503-DCFA91F3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1E7-6D3A-9873-B594-3896EA1B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74C7-134F-F4CF-03EC-CF1851E6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5916-FA14-4FB7-3AAB-A82B159EF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0EC75-D15D-BA80-0E34-145FBA04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759-6234-3F7E-C662-68B93E20F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9E83E-6867-8470-8AAE-6D660E9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0444-C087-2DE5-CED7-6884D33C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977D-7885-7BF9-25EC-D0A6CA6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1B3-8E2E-AC33-CFFD-8EDEE867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6CB4-4EFF-73EF-B71A-DBEB2CC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1C715-D8A2-84F0-A9AF-F01FD1F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D856-74C8-78FA-DF6C-9C4355B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73F93-8BA7-53FB-C4B7-843BC5E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7D192-B9D6-6AFE-0EDD-495DBB6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40C-CE04-2979-06FA-406378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D637-9B99-2625-AAAB-48E3FEBD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9AB6-907B-50AC-5408-D50278D5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C97C4-8EDA-7370-2FBA-2A71FDF8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BF94-E090-6145-A2A4-6F6DFE73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CDF5-50B2-7ADF-DE1B-73613DA6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51A0-1A78-1E87-12A1-04822C0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DD2-D95D-EF79-15E9-4B0C1E0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9194C-097D-7820-E38A-51CFDB22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41B7-C9D4-AF94-9E18-41E61719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AFAB-878F-62AC-CD2D-ABB8E31F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432FF-D980-8675-8DED-C7C0A6A9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6BA21-09A2-8C42-FDC2-DE345C1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37E7-834B-ABCA-23FA-CB845AD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95CCA-D049-174F-90F5-FA657406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A6A-9DD6-BBBC-85B7-03A0364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F9A1-C128-BB73-580D-1EBE0773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F591-E89B-C846-F0DE-A206F4D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40BB9-C09D-6F95-294B-30AF96DE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07722-6B29-F509-1F21-D8D2DAF8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C0ED-B600-538F-0F7F-9246299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4059-0517-D418-4498-2008E3F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C715-50EB-FA42-EC88-F161E65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A94E6-0F41-E039-8ACB-AD52098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67D0-041F-D6C5-C762-8CEBE58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1B58-DF3C-CA31-ECA6-0200F010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158F-7D22-4D02-A7C1-554F35EEE7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1255-E26D-F260-274D-3A78FC06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45EF-47C6-4A3D-9099-BD39435D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3F7F-46FA-001A-3D7D-64BFE64D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EBAD2DD-8CBE-7A8A-0F17-8BB4AD7C0869}"/>
              </a:ext>
            </a:extLst>
          </p:cNvPr>
          <p:cNvGrpSpPr/>
          <p:nvPr/>
        </p:nvGrpSpPr>
        <p:grpSpPr>
          <a:xfrm>
            <a:off x="2821407" y="424687"/>
            <a:ext cx="6549187" cy="6008627"/>
            <a:chOff x="287147" y="416368"/>
            <a:chExt cx="6549187" cy="6008627"/>
          </a:xfrm>
        </p:grpSpPr>
        <p:sp>
          <p:nvSpPr>
            <p:cNvPr id="2" name="Rectangle: Rounded Corners 54">
              <a:extLst>
                <a:ext uri="{FF2B5EF4-FFF2-40B4-BE49-F238E27FC236}">
                  <a16:creationId xmlns:a16="http://schemas.microsoft.com/office/drawing/2014/main" id="{06BA746D-C372-2BFB-55AF-DDC40E5C3788}"/>
                </a:ext>
              </a:extLst>
            </p:cNvPr>
            <p:cNvSpPr/>
            <p:nvPr/>
          </p:nvSpPr>
          <p:spPr>
            <a:xfrm>
              <a:off x="2025164" y="1752325"/>
              <a:ext cx="3017520" cy="3099816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653E5CBF-B9D0-9EDF-75A2-26C8B45E2B37}"/>
                </a:ext>
              </a:extLst>
            </p:cNvPr>
            <p:cNvSpPr/>
            <p:nvPr/>
          </p:nvSpPr>
          <p:spPr>
            <a:xfrm>
              <a:off x="2306449" y="2404895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0" name="Rectangle: Rounded Corners 23">
              <a:extLst>
                <a:ext uri="{FF2B5EF4-FFF2-40B4-BE49-F238E27FC236}">
                  <a16:creationId xmlns:a16="http://schemas.microsoft.com/office/drawing/2014/main" id="{61DCE416-56BC-5D6B-6431-B1036CC2880C}"/>
                </a:ext>
              </a:extLst>
            </p:cNvPr>
            <p:cNvSpPr/>
            <p:nvPr/>
          </p:nvSpPr>
          <p:spPr>
            <a:xfrm>
              <a:off x="2306449" y="2165089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11" name="Flowchart: Off-page Connector 24">
              <a:extLst>
                <a:ext uri="{FF2B5EF4-FFF2-40B4-BE49-F238E27FC236}">
                  <a16:creationId xmlns:a16="http://schemas.microsoft.com/office/drawing/2014/main" id="{206F7A24-887C-2931-06AE-2EB75578CF59}"/>
                </a:ext>
              </a:extLst>
            </p:cNvPr>
            <p:cNvSpPr/>
            <p:nvPr/>
          </p:nvSpPr>
          <p:spPr>
            <a:xfrm>
              <a:off x="2588306" y="2859269"/>
              <a:ext cx="180000" cy="270000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13" name="Straight Arrow Connector 45">
              <a:extLst>
                <a:ext uri="{FF2B5EF4-FFF2-40B4-BE49-F238E27FC236}">
                  <a16:creationId xmlns:a16="http://schemas.microsoft.com/office/drawing/2014/main" id="{C0B335D3-DF18-7DD2-16A9-D1EBB664B14E}"/>
                </a:ext>
              </a:extLst>
            </p:cNvPr>
            <p:cNvCxnSpPr>
              <a:cxnSpLocks/>
              <a:stCxn id="11" idx="2"/>
              <a:endCxn id="6" idx="1"/>
            </p:cNvCxnSpPr>
            <p:nvPr/>
          </p:nvCxnSpPr>
          <p:spPr>
            <a:xfrm>
              <a:off x="2678306" y="3129269"/>
              <a:ext cx="704225" cy="46757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03E546FF-6E12-CE31-782F-B3CA9AA8C643}"/>
                </a:ext>
              </a:extLst>
            </p:cNvPr>
            <p:cNvSpPr txBox="1"/>
            <p:nvPr/>
          </p:nvSpPr>
          <p:spPr>
            <a:xfrm>
              <a:off x="2322838" y="3226805"/>
              <a:ext cx="8959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 err="1"/>
                <a:t>RunsOn</a:t>
              </a:r>
              <a:endParaRPr lang="it-IT" sz="900" dirty="0"/>
            </a:p>
          </p:txBody>
        </p:sp>
        <p:sp>
          <p:nvSpPr>
            <p:cNvPr id="17" name="Rectangle: Rounded Corners 63">
              <a:extLst>
                <a:ext uri="{FF2B5EF4-FFF2-40B4-BE49-F238E27FC236}">
                  <a16:creationId xmlns:a16="http://schemas.microsoft.com/office/drawing/2014/main" id="{9D3A02FC-F259-BB20-A239-40D249A24CAE}"/>
                </a:ext>
              </a:extLst>
            </p:cNvPr>
            <p:cNvSpPr/>
            <p:nvPr/>
          </p:nvSpPr>
          <p:spPr>
            <a:xfrm>
              <a:off x="1042403" y="416368"/>
              <a:ext cx="1545903" cy="1083735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Substituting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(Application)</a:t>
              </a:r>
            </a:p>
          </p:txBody>
        </p:sp>
        <p:cxnSp>
          <p:nvCxnSpPr>
            <p:cNvPr id="18" name="Straight Arrow Connector 134">
              <a:extLst>
                <a:ext uri="{FF2B5EF4-FFF2-40B4-BE49-F238E27FC236}">
                  <a16:creationId xmlns:a16="http://schemas.microsoft.com/office/drawing/2014/main" id="{2B4D3D4F-0791-3F2D-5BF0-90B3F80666DF}"/>
                </a:ext>
              </a:extLst>
            </p:cNvPr>
            <p:cNvCxnSpPr>
              <a:cxnSpLocks/>
              <a:stCxn id="10" idx="0"/>
              <a:endCxn id="17" idx="2"/>
            </p:cNvCxnSpPr>
            <p:nvPr/>
          </p:nvCxnSpPr>
          <p:spPr>
            <a:xfrm flipH="1" flipV="1">
              <a:off x="1815355" y="1500103"/>
              <a:ext cx="876804" cy="664986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35">
              <a:extLst>
                <a:ext uri="{FF2B5EF4-FFF2-40B4-BE49-F238E27FC236}">
                  <a16:creationId xmlns:a16="http://schemas.microsoft.com/office/drawing/2014/main" id="{63C41134-3796-7AA1-6A37-9F277DF71A35}"/>
                </a:ext>
              </a:extLst>
            </p:cNvPr>
            <p:cNvSpPr txBox="1"/>
            <p:nvPr/>
          </p:nvSpPr>
          <p:spPr>
            <a:xfrm>
              <a:off x="1390624" y="1633222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  <p:sp>
          <p:nvSpPr>
            <p:cNvPr id="23" name="Rectangle: Rounded Corners 63">
              <a:extLst>
                <a:ext uri="{FF2B5EF4-FFF2-40B4-BE49-F238E27FC236}">
                  <a16:creationId xmlns:a16="http://schemas.microsoft.com/office/drawing/2014/main" id="{0D32B2EE-42EA-2F74-95AD-18358ED43BF9}"/>
                </a:ext>
              </a:extLst>
            </p:cNvPr>
            <p:cNvSpPr/>
            <p:nvPr/>
          </p:nvSpPr>
          <p:spPr>
            <a:xfrm>
              <a:off x="4194541" y="5341260"/>
              <a:ext cx="1545903" cy="1083735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Substituting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(Platform)</a:t>
              </a:r>
            </a:p>
          </p:txBody>
        </p:sp>
        <p:cxnSp>
          <p:nvCxnSpPr>
            <p:cNvPr id="24" name="Straight Arrow Connector 134">
              <a:extLst>
                <a:ext uri="{FF2B5EF4-FFF2-40B4-BE49-F238E27FC236}">
                  <a16:creationId xmlns:a16="http://schemas.microsoft.com/office/drawing/2014/main" id="{C620F2E2-09CF-4762-70F6-78C513FA3EAE}"/>
                </a:ext>
              </a:extLst>
            </p:cNvPr>
            <p:cNvCxnSpPr>
              <a:cxnSpLocks/>
              <a:stCxn id="5" idx="2"/>
              <a:endCxn id="23" idx="1"/>
            </p:cNvCxnSpPr>
            <p:nvPr/>
          </p:nvCxnSpPr>
          <p:spPr>
            <a:xfrm>
              <a:off x="3541027" y="4516498"/>
              <a:ext cx="653514" cy="1366630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35">
              <a:extLst>
                <a:ext uri="{FF2B5EF4-FFF2-40B4-BE49-F238E27FC236}">
                  <a16:creationId xmlns:a16="http://schemas.microsoft.com/office/drawing/2014/main" id="{4165ECD0-2A26-64E4-04A7-C9C1F632914F}"/>
                </a:ext>
              </a:extLst>
            </p:cNvPr>
            <p:cNvSpPr txBox="1"/>
            <p:nvPr/>
          </p:nvSpPr>
          <p:spPr>
            <a:xfrm>
              <a:off x="3912478" y="5021413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  <p:sp>
          <p:nvSpPr>
            <p:cNvPr id="12" name="Rectangle 22">
              <a:extLst>
                <a:ext uri="{FF2B5EF4-FFF2-40B4-BE49-F238E27FC236}">
                  <a16:creationId xmlns:a16="http://schemas.microsoft.com/office/drawing/2014/main" id="{D579FC86-E658-DCCC-FA57-2A5BF49F16F9}"/>
                </a:ext>
              </a:extLst>
            </p:cNvPr>
            <p:cNvSpPr/>
            <p:nvPr/>
          </p:nvSpPr>
          <p:spPr>
            <a:xfrm>
              <a:off x="4004185" y="2410991"/>
              <a:ext cx="771421" cy="279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4" name="Rectangle: Rounded Corners 23">
              <a:extLst>
                <a:ext uri="{FF2B5EF4-FFF2-40B4-BE49-F238E27FC236}">
                  <a16:creationId xmlns:a16="http://schemas.microsoft.com/office/drawing/2014/main" id="{5D2220E0-5140-7CDC-9F5C-148C47129BC0}"/>
                </a:ext>
              </a:extLst>
            </p:cNvPr>
            <p:cNvSpPr/>
            <p:nvPr/>
          </p:nvSpPr>
          <p:spPr>
            <a:xfrm>
              <a:off x="4004185" y="2171185"/>
              <a:ext cx="771420" cy="815478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0" name="Flowchart: Off-page Connector 24">
              <a:extLst>
                <a:ext uri="{FF2B5EF4-FFF2-40B4-BE49-F238E27FC236}">
                  <a16:creationId xmlns:a16="http://schemas.microsoft.com/office/drawing/2014/main" id="{E5F9E052-72B6-9AEA-9391-441B95EE19C9}"/>
                </a:ext>
              </a:extLst>
            </p:cNvPr>
            <p:cNvSpPr/>
            <p:nvPr/>
          </p:nvSpPr>
          <p:spPr>
            <a:xfrm>
              <a:off x="4286042" y="2865365"/>
              <a:ext cx="180000" cy="270000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" name="Rectangle 13">
              <a:extLst>
                <a:ext uri="{FF2B5EF4-FFF2-40B4-BE49-F238E27FC236}">
                  <a16:creationId xmlns:a16="http://schemas.microsoft.com/office/drawing/2014/main" id="{0DDCB894-B63A-BDC0-6F96-CCCA942553D6}"/>
                </a:ext>
              </a:extLst>
            </p:cNvPr>
            <p:cNvSpPr/>
            <p:nvPr/>
          </p:nvSpPr>
          <p:spPr>
            <a:xfrm>
              <a:off x="3155317" y="4024206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14">
              <a:extLst>
                <a:ext uri="{FF2B5EF4-FFF2-40B4-BE49-F238E27FC236}">
                  <a16:creationId xmlns:a16="http://schemas.microsoft.com/office/drawing/2014/main" id="{D9226CF1-0675-3391-CA82-6456F476B06E}"/>
                </a:ext>
              </a:extLst>
            </p:cNvPr>
            <p:cNvSpPr/>
            <p:nvPr/>
          </p:nvSpPr>
          <p:spPr>
            <a:xfrm>
              <a:off x="3155317" y="3701019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platform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" name="Arrow: Chevron 15">
              <a:extLst>
                <a:ext uri="{FF2B5EF4-FFF2-40B4-BE49-F238E27FC236}">
                  <a16:creationId xmlns:a16="http://schemas.microsoft.com/office/drawing/2014/main" id="{F7D6D49F-BA27-72F3-9B74-40A71C7A790C}"/>
                </a:ext>
              </a:extLst>
            </p:cNvPr>
            <p:cNvSpPr/>
            <p:nvPr/>
          </p:nvSpPr>
          <p:spPr>
            <a:xfrm rot="5400000">
              <a:off x="3247531" y="3616645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15">
              <a:extLst>
                <a:ext uri="{FF2B5EF4-FFF2-40B4-BE49-F238E27FC236}">
                  <a16:creationId xmlns:a16="http://schemas.microsoft.com/office/drawing/2014/main" id="{45A81E45-278F-F5E8-F4D3-DAFBCD680954}"/>
                </a:ext>
              </a:extLst>
            </p:cNvPr>
            <p:cNvSpPr/>
            <p:nvPr/>
          </p:nvSpPr>
          <p:spPr>
            <a:xfrm rot="5400000">
              <a:off x="3564523" y="3616645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28" name="Straight Arrow Connector 45">
              <a:extLst>
                <a:ext uri="{FF2B5EF4-FFF2-40B4-BE49-F238E27FC236}">
                  <a16:creationId xmlns:a16="http://schemas.microsoft.com/office/drawing/2014/main" id="{9878301F-8540-39F7-177F-3CB5618A8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9523" y="3135365"/>
              <a:ext cx="676519" cy="4614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74117061-EF1C-45A9-9281-0A678067DFB7}"/>
                </a:ext>
              </a:extLst>
            </p:cNvPr>
            <p:cNvSpPr txBox="1"/>
            <p:nvPr/>
          </p:nvSpPr>
          <p:spPr>
            <a:xfrm>
              <a:off x="3929134" y="3226805"/>
              <a:ext cx="8959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 err="1"/>
                <a:t>AvailableOn</a:t>
              </a:r>
              <a:endParaRPr lang="it-IT" sz="900" dirty="0"/>
            </a:p>
          </p:txBody>
        </p:sp>
        <p:sp>
          <p:nvSpPr>
            <p:cNvPr id="34" name="Flowchart: Off-page Connector 24">
              <a:extLst>
                <a:ext uri="{FF2B5EF4-FFF2-40B4-BE49-F238E27FC236}">
                  <a16:creationId xmlns:a16="http://schemas.microsoft.com/office/drawing/2014/main" id="{15041132-4F6F-8C73-2D25-042DE2FB106C}"/>
                </a:ext>
              </a:extLst>
            </p:cNvPr>
            <p:cNvSpPr/>
            <p:nvPr/>
          </p:nvSpPr>
          <p:spPr>
            <a:xfrm>
              <a:off x="3021225" y="2405658"/>
              <a:ext cx="180000" cy="270000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" name="Arrow: Chevron 15">
              <a:extLst>
                <a:ext uri="{FF2B5EF4-FFF2-40B4-BE49-F238E27FC236}">
                  <a16:creationId xmlns:a16="http://schemas.microsoft.com/office/drawing/2014/main" id="{D327A481-071D-843D-8036-93E44AC925C2}"/>
                </a:ext>
              </a:extLst>
            </p:cNvPr>
            <p:cNvSpPr/>
            <p:nvPr/>
          </p:nvSpPr>
          <p:spPr>
            <a:xfrm rot="5400000">
              <a:off x="3867478" y="2459320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37" name="Straight Arrow Connector 45">
              <a:extLst>
                <a:ext uri="{FF2B5EF4-FFF2-40B4-BE49-F238E27FC236}">
                  <a16:creationId xmlns:a16="http://schemas.microsoft.com/office/drawing/2014/main" id="{4854B521-D2B0-73EB-C65F-A47B7AB723AE}"/>
                </a:ext>
              </a:extLst>
            </p:cNvPr>
            <p:cNvCxnSpPr>
              <a:cxnSpLocks/>
              <a:stCxn id="34" idx="3"/>
              <a:endCxn id="36" idx="2"/>
            </p:cNvCxnSpPr>
            <p:nvPr/>
          </p:nvCxnSpPr>
          <p:spPr>
            <a:xfrm flipV="1">
              <a:off x="3201225" y="2536720"/>
              <a:ext cx="711253" cy="39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F342B362-DD45-7AFC-1964-A6225D4550A5}"/>
                </a:ext>
              </a:extLst>
            </p:cNvPr>
            <p:cNvSpPr txBox="1"/>
            <p:nvPr/>
          </p:nvSpPr>
          <p:spPr>
            <a:xfrm>
              <a:off x="3084007" y="2307789"/>
              <a:ext cx="8959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dirty="0" err="1"/>
                <a:t>Processes</a:t>
              </a:r>
              <a:endParaRPr lang="it-IT" sz="900" dirty="0"/>
            </a:p>
          </p:txBody>
        </p:sp>
        <p:sp>
          <p:nvSpPr>
            <p:cNvPr id="45" name="Rectangle: Rounded Corners 63">
              <a:extLst>
                <a:ext uri="{FF2B5EF4-FFF2-40B4-BE49-F238E27FC236}">
                  <a16:creationId xmlns:a16="http://schemas.microsoft.com/office/drawing/2014/main" id="{B5275ACE-B854-A8CF-C7B2-73ECE50F58AC}"/>
                </a:ext>
              </a:extLst>
            </p:cNvPr>
            <p:cNvSpPr/>
            <p:nvPr/>
          </p:nvSpPr>
          <p:spPr>
            <a:xfrm>
              <a:off x="4631271" y="416368"/>
              <a:ext cx="1545903" cy="1083735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Substituting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Service Template</a:t>
              </a:r>
              <a:br>
                <a:rPr lang="en-US" sz="1100" dirty="0">
                  <a:solidFill>
                    <a:schemeClr val="tx1"/>
                  </a:solidFill>
                </a:rPr>
              </a:br>
              <a:r>
                <a:rPr lang="en-US" sz="1100" dirty="0">
                  <a:solidFill>
                    <a:schemeClr val="tx1"/>
                  </a:solidFill>
                </a:rPr>
                <a:t>(Data)</a:t>
              </a:r>
            </a:p>
          </p:txBody>
        </p:sp>
        <p:cxnSp>
          <p:nvCxnSpPr>
            <p:cNvPr id="46" name="Straight Arrow Connector 134">
              <a:extLst>
                <a:ext uri="{FF2B5EF4-FFF2-40B4-BE49-F238E27FC236}">
                  <a16:creationId xmlns:a16="http://schemas.microsoft.com/office/drawing/2014/main" id="{CE0F11E0-2617-F366-6FB0-94A2359182A4}"/>
                </a:ext>
              </a:extLst>
            </p:cNvPr>
            <p:cNvCxnSpPr>
              <a:cxnSpLocks/>
              <a:stCxn id="14" idx="0"/>
              <a:endCxn id="45" idx="2"/>
            </p:cNvCxnSpPr>
            <p:nvPr/>
          </p:nvCxnSpPr>
          <p:spPr>
            <a:xfrm flipV="1">
              <a:off x="4389895" y="1500103"/>
              <a:ext cx="1014328" cy="671082"/>
            </a:xfrm>
            <a:prstGeom prst="straightConnector1">
              <a:avLst/>
            </a:prstGeom>
            <a:ln w="28575">
              <a:solidFill>
                <a:schemeClr val="accent2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135">
              <a:extLst>
                <a:ext uri="{FF2B5EF4-FFF2-40B4-BE49-F238E27FC236}">
                  <a16:creationId xmlns:a16="http://schemas.microsoft.com/office/drawing/2014/main" id="{8FBB6F01-1E5F-7043-CECD-38D29CB7BDB4}"/>
                </a:ext>
              </a:extLst>
            </p:cNvPr>
            <p:cNvSpPr txBox="1"/>
            <p:nvPr/>
          </p:nvSpPr>
          <p:spPr>
            <a:xfrm>
              <a:off x="5162259" y="1710976"/>
              <a:ext cx="5338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/>
                <a:t>substitutes</a:t>
              </a:r>
            </a:p>
          </p:txBody>
        </p:sp>
        <p:sp>
          <p:nvSpPr>
            <p:cNvPr id="50" name="Flowchart: Multidocument 1">
              <a:extLst>
                <a:ext uri="{FF2B5EF4-FFF2-40B4-BE49-F238E27FC236}">
                  <a16:creationId xmlns:a16="http://schemas.microsoft.com/office/drawing/2014/main" id="{9856DF7C-7568-A682-008B-67E55784280E}"/>
                </a:ext>
              </a:extLst>
            </p:cNvPr>
            <p:cNvSpPr/>
            <p:nvPr/>
          </p:nvSpPr>
          <p:spPr>
            <a:xfrm>
              <a:off x="287147" y="1570383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Application Profile</a:t>
              </a:r>
            </a:p>
          </p:txBody>
        </p:sp>
        <p:sp>
          <p:nvSpPr>
            <p:cNvPr id="51" name="Flowchart: Multidocument 1">
              <a:extLst>
                <a:ext uri="{FF2B5EF4-FFF2-40B4-BE49-F238E27FC236}">
                  <a16:creationId xmlns:a16="http://schemas.microsoft.com/office/drawing/2014/main" id="{2DACF80A-FBE0-025B-3AD0-F5E8EF5C7D4A}"/>
                </a:ext>
              </a:extLst>
            </p:cNvPr>
            <p:cNvSpPr/>
            <p:nvPr/>
          </p:nvSpPr>
          <p:spPr>
            <a:xfrm>
              <a:off x="5617121" y="4571764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Platform</a:t>
              </a:r>
              <a:b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</a:br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Profile</a:t>
              </a:r>
            </a:p>
          </p:txBody>
        </p:sp>
        <p:sp>
          <p:nvSpPr>
            <p:cNvPr id="52" name="Flowchart: Multidocument 1">
              <a:extLst>
                <a:ext uri="{FF2B5EF4-FFF2-40B4-BE49-F238E27FC236}">
                  <a16:creationId xmlns:a16="http://schemas.microsoft.com/office/drawing/2014/main" id="{2EE269A2-F868-9630-5CCA-CABD5339E5DE}"/>
                </a:ext>
              </a:extLst>
            </p:cNvPr>
            <p:cNvSpPr/>
            <p:nvPr/>
          </p:nvSpPr>
          <p:spPr>
            <a:xfrm>
              <a:off x="924170" y="4571764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Common Profile</a:t>
              </a:r>
            </a:p>
          </p:txBody>
        </p:sp>
        <p:sp>
          <p:nvSpPr>
            <p:cNvPr id="53" name="Flowchart: Multidocument 1">
              <a:extLst>
                <a:ext uri="{FF2B5EF4-FFF2-40B4-BE49-F238E27FC236}">
                  <a16:creationId xmlns:a16="http://schemas.microsoft.com/office/drawing/2014/main" id="{EE7D93D8-9AA3-297D-41CF-E610F5819C22}"/>
                </a:ext>
              </a:extLst>
            </p:cNvPr>
            <p:cNvSpPr/>
            <p:nvPr/>
          </p:nvSpPr>
          <p:spPr>
            <a:xfrm>
              <a:off x="5815124" y="1570383"/>
              <a:ext cx="102121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Data Profile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1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9EE4-7FE0-45F7-B471-D953590C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54">
            <a:extLst>
              <a:ext uri="{FF2B5EF4-FFF2-40B4-BE49-F238E27FC236}">
                <a16:creationId xmlns:a16="http://schemas.microsoft.com/office/drawing/2014/main" id="{77890FD2-8D6E-900E-D156-CA2FD989D47E}"/>
              </a:ext>
            </a:extLst>
          </p:cNvPr>
          <p:cNvSpPr/>
          <p:nvPr/>
        </p:nvSpPr>
        <p:spPr>
          <a:xfrm>
            <a:off x="4559424" y="1760643"/>
            <a:ext cx="3017520" cy="4575501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100" dirty="0">
                <a:solidFill>
                  <a:schemeClr val="tx1"/>
                </a:solidFill>
              </a:rPr>
              <a:t>Service Template</a:t>
            </a: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25A246BC-BFA7-39C9-5F0D-DD33D886B9C0}"/>
              </a:ext>
            </a:extLst>
          </p:cNvPr>
          <p:cNvSpPr/>
          <p:nvPr/>
        </p:nvSpPr>
        <p:spPr>
          <a:xfrm>
            <a:off x="4840709" y="2413214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0" name="Rectangle: Rounded Corners 23">
            <a:extLst>
              <a:ext uri="{FF2B5EF4-FFF2-40B4-BE49-F238E27FC236}">
                <a16:creationId xmlns:a16="http://schemas.microsoft.com/office/drawing/2014/main" id="{88F2A918-D067-D4C2-0033-62CF6A6E550E}"/>
              </a:ext>
            </a:extLst>
          </p:cNvPr>
          <p:cNvSpPr/>
          <p:nvPr/>
        </p:nvSpPr>
        <p:spPr>
          <a:xfrm>
            <a:off x="4840709" y="2173408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application</a:t>
            </a:r>
          </a:p>
        </p:txBody>
      </p:sp>
      <p:sp>
        <p:nvSpPr>
          <p:cNvPr id="11" name="Flowchart: Off-page Connector 24">
            <a:extLst>
              <a:ext uri="{FF2B5EF4-FFF2-40B4-BE49-F238E27FC236}">
                <a16:creationId xmlns:a16="http://schemas.microsoft.com/office/drawing/2014/main" id="{426B76DE-5610-D7DA-6D77-9209AFE12EAF}"/>
              </a:ext>
            </a:extLst>
          </p:cNvPr>
          <p:cNvSpPr/>
          <p:nvPr/>
        </p:nvSpPr>
        <p:spPr>
          <a:xfrm>
            <a:off x="5122566" y="2867588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3" name="Straight Arrow Connector 45">
            <a:extLst>
              <a:ext uri="{FF2B5EF4-FFF2-40B4-BE49-F238E27FC236}">
                <a16:creationId xmlns:a16="http://schemas.microsoft.com/office/drawing/2014/main" id="{1F1C51ED-02C8-92BB-C02E-17A3DE6ACB56}"/>
              </a:ext>
            </a:extLst>
          </p:cNvPr>
          <p:cNvCxnSpPr>
            <a:cxnSpLocks/>
            <a:stCxn id="11" idx="2"/>
            <a:endCxn id="6" idx="1"/>
          </p:cNvCxnSpPr>
          <p:nvPr/>
        </p:nvCxnSpPr>
        <p:spPr>
          <a:xfrm flipH="1">
            <a:off x="5067922" y="3137588"/>
            <a:ext cx="144644" cy="436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A8986F7-96D6-0416-2ECC-EC987B5E7E69}"/>
              </a:ext>
            </a:extLst>
          </p:cNvPr>
          <p:cNvSpPr txBox="1"/>
          <p:nvPr/>
        </p:nvSpPr>
        <p:spPr>
          <a:xfrm>
            <a:off x="4710434" y="3243520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 err="1"/>
              <a:t>RunsOn</a:t>
            </a:r>
            <a:endParaRPr lang="it-IT" sz="900" dirty="0"/>
          </a:p>
        </p:txBody>
      </p:sp>
      <p:sp>
        <p:nvSpPr>
          <p:cNvPr id="17" name="Rectangle: Rounded Corners 63">
            <a:extLst>
              <a:ext uri="{FF2B5EF4-FFF2-40B4-BE49-F238E27FC236}">
                <a16:creationId xmlns:a16="http://schemas.microsoft.com/office/drawing/2014/main" id="{AE177950-CC52-144F-D213-33D09D903095}"/>
              </a:ext>
            </a:extLst>
          </p:cNvPr>
          <p:cNvSpPr/>
          <p:nvPr/>
        </p:nvSpPr>
        <p:spPr>
          <a:xfrm>
            <a:off x="3576663" y="424687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(Application)</a:t>
            </a:r>
          </a:p>
        </p:txBody>
      </p:sp>
      <p:cxnSp>
        <p:nvCxnSpPr>
          <p:cNvPr id="18" name="Straight Arrow Connector 134">
            <a:extLst>
              <a:ext uri="{FF2B5EF4-FFF2-40B4-BE49-F238E27FC236}">
                <a16:creationId xmlns:a16="http://schemas.microsoft.com/office/drawing/2014/main" id="{D9975BE2-D130-7F89-7420-CB1C3A1DE908}"/>
              </a:ext>
            </a:extLst>
          </p:cNvPr>
          <p:cNvCxnSpPr>
            <a:cxnSpLocks/>
            <a:stCxn id="10" idx="0"/>
            <a:endCxn id="17" idx="2"/>
          </p:cNvCxnSpPr>
          <p:nvPr/>
        </p:nvCxnSpPr>
        <p:spPr>
          <a:xfrm flipH="1" flipV="1">
            <a:off x="4349615" y="1508422"/>
            <a:ext cx="876804" cy="664986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35">
            <a:extLst>
              <a:ext uri="{FF2B5EF4-FFF2-40B4-BE49-F238E27FC236}">
                <a16:creationId xmlns:a16="http://schemas.microsoft.com/office/drawing/2014/main" id="{AD455239-372B-79A0-3540-1FA82ADB2F6B}"/>
              </a:ext>
            </a:extLst>
          </p:cNvPr>
          <p:cNvSpPr txBox="1"/>
          <p:nvPr/>
        </p:nvSpPr>
        <p:spPr>
          <a:xfrm>
            <a:off x="3924884" y="1641541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23" name="Rectangle: Rounded Corners 63">
            <a:extLst>
              <a:ext uri="{FF2B5EF4-FFF2-40B4-BE49-F238E27FC236}">
                <a16:creationId xmlns:a16="http://schemas.microsoft.com/office/drawing/2014/main" id="{2DC3AFA3-3D17-9E41-F0EF-473A16B6C512}"/>
              </a:ext>
            </a:extLst>
          </p:cNvPr>
          <p:cNvSpPr/>
          <p:nvPr/>
        </p:nvSpPr>
        <p:spPr>
          <a:xfrm>
            <a:off x="2761143" y="4771901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(Platform)</a:t>
            </a:r>
          </a:p>
        </p:txBody>
      </p:sp>
      <p:cxnSp>
        <p:nvCxnSpPr>
          <p:cNvPr id="24" name="Straight Arrow Connector 134">
            <a:extLst>
              <a:ext uri="{FF2B5EF4-FFF2-40B4-BE49-F238E27FC236}">
                <a16:creationId xmlns:a16="http://schemas.microsoft.com/office/drawing/2014/main" id="{6996D3A0-9C32-DD59-E3B1-9051093788D9}"/>
              </a:ext>
            </a:extLst>
          </p:cNvPr>
          <p:cNvCxnSpPr>
            <a:cxnSpLocks/>
            <a:stCxn id="5" idx="1"/>
            <a:endCxn id="23" idx="0"/>
          </p:cNvCxnSpPr>
          <p:nvPr/>
        </p:nvCxnSpPr>
        <p:spPr>
          <a:xfrm flipH="1">
            <a:off x="3534095" y="4086312"/>
            <a:ext cx="1306613" cy="685589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35">
            <a:extLst>
              <a:ext uri="{FF2B5EF4-FFF2-40B4-BE49-F238E27FC236}">
                <a16:creationId xmlns:a16="http://schemas.microsoft.com/office/drawing/2014/main" id="{FD824240-3570-B830-7890-C2AEB57022AC}"/>
              </a:ext>
            </a:extLst>
          </p:cNvPr>
          <p:cNvSpPr txBox="1"/>
          <p:nvPr/>
        </p:nvSpPr>
        <p:spPr>
          <a:xfrm>
            <a:off x="3843750" y="4359857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EE6C18FB-5DE4-F09F-64B9-556EB6D0645D}"/>
              </a:ext>
            </a:extLst>
          </p:cNvPr>
          <p:cNvSpPr/>
          <p:nvPr/>
        </p:nvSpPr>
        <p:spPr>
          <a:xfrm>
            <a:off x="6538445" y="2419310"/>
            <a:ext cx="771421" cy="2799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14" name="Rectangle: Rounded Corners 23">
            <a:extLst>
              <a:ext uri="{FF2B5EF4-FFF2-40B4-BE49-F238E27FC236}">
                <a16:creationId xmlns:a16="http://schemas.microsoft.com/office/drawing/2014/main" id="{20F1B40B-9D2A-4055-E8D4-08916EEA285F}"/>
              </a:ext>
            </a:extLst>
          </p:cNvPr>
          <p:cNvSpPr/>
          <p:nvPr/>
        </p:nvSpPr>
        <p:spPr>
          <a:xfrm>
            <a:off x="6538445" y="2179504"/>
            <a:ext cx="771420" cy="81547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data</a:t>
            </a:r>
          </a:p>
        </p:txBody>
      </p:sp>
      <p:sp>
        <p:nvSpPr>
          <p:cNvPr id="20" name="Flowchart: Off-page Connector 24">
            <a:extLst>
              <a:ext uri="{FF2B5EF4-FFF2-40B4-BE49-F238E27FC236}">
                <a16:creationId xmlns:a16="http://schemas.microsoft.com/office/drawing/2014/main" id="{164A01C4-D610-9FAD-458C-43DD8228B106}"/>
              </a:ext>
            </a:extLst>
          </p:cNvPr>
          <p:cNvSpPr/>
          <p:nvPr/>
        </p:nvSpPr>
        <p:spPr>
          <a:xfrm>
            <a:off x="6820302" y="2873684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C6F8A40-612A-8C3D-7280-288679F9D420}"/>
              </a:ext>
            </a:extLst>
          </p:cNvPr>
          <p:cNvSpPr/>
          <p:nvPr/>
        </p:nvSpPr>
        <p:spPr>
          <a:xfrm>
            <a:off x="4840708" y="3909398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Platform</a:t>
            </a:r>
          </a:p>
        </p:txBody>
      </p:sp>
      <p:sp>
        <p:nvSpPr>
          <p:cNvPr id="5" name="Rectangle: Rounded Corners 14">
            <a:extLst>
              <a:ext uri="{FF2B5EF4-FFF2-40B4-BE49-F238E27FC236}">
                <a16:creationId xmlns:a16="http://schemas.microsoft.com/office/drawing/2014/main" id="{BF27C827-02C1-A127-65D6-24375404F69F}"/>
              </a:ext>
            </a:extLst>
          </p:cNvPr>
          <p:cNvSpPr/>
          <p:nvPr/>
        </p:nvSpPr>
        <p:spPr>
          <a:xfrm>
            <a:off x="4840708" y="3678572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pPr lvl="0">
              <a:defRPr/>
            </a:pPr>
            <a:r>
              <a:rPr lang="en-US" sz="800" dirty="0">
                <a:solidFill>
                  <a:prstClr val="black"/>
                </a:solidFill>
              </a:rPr>
              <a:t>platform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rrow: Chevron 15">
            <a:extLst>
              <a:ext uri="{FF2B5EF4-FFF2-40B4-BE49-F238E27FC236}">
                <a16:creationId xmlns:a16="http://schemas.microsoft.com/office/drawing/2014/main" id="{79746D56-F170-EBDE-66EB-CE5FC42560D9}"/>
              </a:ext>
            </a:extLst>
          </p:cNvPr>
          <p:cNvSpPr/>
          <p:nvPr/>
        </p:nvSpPr>
        <p:spPr>
          <a:xfrm rot="5400000">
            <a:off x="4932922" y="3594198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Arrow: Chevron 15">
            <a:extLst>
              <a:ext uri="{FF2B5EF4-FFF2-40B4-BE49-F238E27FC236}">
                <a16:creationId xmlns:a16="http://schemas.microsoft.com/office/drawing/2014/main" id="{02DBBB3F-1495-9EDC-6B8D-3CB452135A9E}"/>
              </a:ext>
            </a:extLst>
          </p:cNvPr>
          <p:cNvSpPr/>
          <p:nvPr/>
        </p:nvSpPr>
        <p:spPr>
          <a:xfrm rot="5400000">
            <a:off x="5249914" y="3594198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8" name="Straight Arrow Connector 45">
            <a:extLst>
              <a:ext uri="{FF2B5EF4-FFF2-40B4-BE49-F238E27FC236}">
                <a16:creationId xmlns:a16="http://schemas.microsoft.com/office/drawing/2014/main" id="{4AAE3AF0-0260-759A-C3A9-0D38E2318809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910302" y="3143684"/>
            <a:ext cx="172348" cy="4366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7D45D50-08AA-2C98-A441-6C685F59BB26}"/>
              </a:ext>
            </a:extLst>
          </p:cNvPr>
          <p:cNvSpPr txBox="1"/>
          <p:nvPr/>
        </p:nvSpPr>
        <p:spPr>
          <a:xfrm>
            <a:off x="6528046" y="3262832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900"/>
            </a:lvl1pPr>
          </a:lstStyle>
          <a:p>
            <a:r>
              <a:rPr lang="it-IT" dirty="0"/>
              <a:t>AvailableOn</a:t>
            </a:r>
          </a:p>
        </p:txBody>
      </p:sp>
      <p:sp>
        <p:nvSpPr>
          <p:cNvPr id="34" name="Flowchart: Off-page Connector 24">
            <a:extLst>
              <a:ext uri="{FF2B5EF4-FFF2-40B4-BE49-F238E27FC236}">
                <a16:creationId xmlns:a16="http://schemas.microsoft.com/office/drawing/2014/main" id="{04A6C246-08EE-C16D-FA4E-6542DE836D4A}"/>
              </a:ext>
            </a:extLst>
          </p:cNvPr>
          <p:cNvSpPr/>
          <p:nvPr/>
        </p:nvSpPr>
        <p:spPr>
          <a:xfrm>
            <a:off x="5555485" y="2413977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Arrow: Chevron 15">
            <a:extLst>
              <a:ext uri="{FF2B5EF4-FFF2-40B4-BE49-F238E27FC236}">
                <a16:creationId xmlns:a16="http://schemas.microsoft.com/office/drawing/2014/main" id="{ED84C81D-6FDE-0C27-79E1-95FD83B7F868}"/>
              </a:ext>
            </a:extLst>
          </p:cNvPr>
          <p:cNvSpPr/>
          <p:nvPr/>
        </p:nvSpPr>
        <p:spPr>
          <a:xfrm rot="5400000">
            <a:off x="6401738" y="246763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37" name="Straight Arrow Connector 45">
            <a:extLst>
              <a:ext uri="{FF2B5EF4-FFF2-40B4-BE49-F238E27FC236}">
                <a16:creationId xmlns:a16="http://schemas.microsoft.com/office/drawing/2014/main" id="{FBC655D1-2A58-E33E-3355-B41C63787C39}"/>
              </a:ext>
            </a:extLst>
          </p:cNvPr>
          <p:cNvCxnSpPr>
            <a:cxnSpLocks/>
            <a:stCxn id="34" idx="3"/>
            <a:endCxn id="36" idx="2"/>
          </p:cNvCxnSpPr>
          <p:nvPr/>
        </p:nvCxnSpPr>
        <p:spPr>
          <a:xfrm flipV="1">
            <a:off x="5735485" y="2545039"/>
            <a:ext cx="711253" cy="39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0CE7F98-5859-A1AF-3743-631A9E7B62CB}"/>
              </a:ext>
            </a:extLst>
          </p:cNvPr>
          <p:cNvSpPr txBox="1"/>
          <p:nvPr/>
        </p:nvSpPr>
        <p:spPr>
          <a:xfrm>
            <a:off x="5618267" y="2316108"/>
            <a:ext cx="8959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00" dirty="0" err="1"/>
              <a:t>Processes</a:t>
            </a:r>
            <a:endParaRPr lang="it-IT" sz="900" dirty="0"/>
          </a:p>
        </p:txBody>
      </p:sp>
      <p:sp>
        <p:nvSpPr>
          <p:cNvPr id="45" name="Rectangle: Rounded Corners 63">
            <a:extLst>
              <a:ext uri="{FF2B5EF4-FFF2-40B4-BE49-F238E27FC236}">
                <a16:creationId xmlns:a16="http://schemas.microsoft.com/office/drawing/2014/main" id="{3EDE72A7-1A7D-6DF5-90D3-42D43F301BDF}"/>
              </a:ext>
            </a:extLst>
          </p:cNvPr>
          <p:cNvSpPr/>
          <p:nvPr/>
        </p:nvSpPr>
        <p:spPr>
          <a:xfrm>
            <a:off x="7165531" y="424687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(Data)</a:t>
            </a:r>
          </a:p>
        </p:txBody>
      </p:sp>
      <p:cxnSp>
        <p:nvCxnSpPr>
          <p:cNvPr id="46" name="Straight Arrow Connector 134">
            <a:extLst>
              <a:ext uri="{FF2B5EF4-FFF2-40B4-BE49-F238E27FC236}">
                <a16:creationId xmlns:a16="http://schemas.microsoft.com/office/drawing/2014/main" id="{EDD9321E-B335-92D9-C1FD-9BA1158AF77F}"/>
              </a:ext>
            </a:extLst>
          </p:cNvPr>
          <p:cNvCxnSpPr>
            <a:cxnSpLocks/>
            <a:stCxn id="14" idx="0"/>
            <a:endCxn id="45" idx="2"/>
          </p:cNvCxnSpPr>
          <p:nvPr/>
        </p:nvCxnSpPr>
        <p:spPr>
          <a:xfrm flipV="1">
            <a:off x="6924155" y="1508422"/>
            <a:ext cx="1014328" cy="671082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135">
            <a:extLst>
              <a:ext uri="{FF2B5EF4-FFF2-40B4-BE49-F238E27FC236}">
                <a16:creationId xmlns:a16="http://schemas.microsoft.com/office/drawing/2014/main" id="{05FA54AE-04FA-BB68-8ADD-F976EEE191D3}"/>
              </a:ext>
            </a:extLst>
          </p:cNvPr>
          <p:cNvSpPr txBox="1"/>
          <p:nvPr/>
        </p:nvSpPr>
        <p:spPr>
          <a:xfrm>
            <a:off x="7696519" y="1719295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50" name="Flowchart: Multidocument 1">
            <a:extLst>
              <a:ext uri="{FF2B5EF4-FFF2-40B4-BE49-F238E27FC236}">
                <a16:creationId xmlns:a16="http://schemas.microsoft.com/office/drawing/2014/main" id="{B5CAAE1D-B3D9-1B31-A3BB-57C4707BAC8F}"/>
              </a:ext>
            </a:extLst>
          </p:cNvPr>
          <p:cNvSpPr/>
          <p:nvPr/>
        </p:nvSpPr>
        <p:spPr>
          <a:xfrm>
            <a:off x="2821407" y="1578702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Application Profile</a:t>
            </a:r>
          </a:p>
        </p:txBody>
      </p:sp>
      <p:sp>
        <p:nvSpPr>
          <p:cNvPr id="51" name="Flowchart: Multidocument 1">
            <a:extLst>
              <a:ext uri="{FF2B5EF4-FFF2-40B4-BE49-F238E27FC236}">
                <a16:creationId xmlns:a16="http://schemas.microsoft.com/office/drawing/2014/main" id="{303E83EF-38B8-6935-EB7F-DB1C80F80D88}"/>
              </a:ext>
            </a:extLst>
          </p:cNvPr>
          <p:cNvSpPr/>
          <p:nvPr/>
        </p:nvSpPr>
        <p:spPr>
          <a:xfrm>
            <a:off x="2195893" y="4081166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  <a:b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52" name="Flowchart: Multidocument 1">
            <a:extLst>
              <a:ext uri="{FF2B5EF4-FFF2-40B4-BE49-F238E27FC236}">
                <a16:creationId xmlns:a16="http://schemas.microsoft.com/office/drawing/2014/main" id="{A960590E-F368-AD20-9A75-0E22FAA82B3D}"/>
              </a:ext>
            </a:extLst>
          </p:cNvPr>
          <p:cNvSpPr/>
          <p:nvPr/>
        </p:nvSpPr>
        <p:spPr>
          <a:xfrm>
            <a:off x="3383662" y="2717800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Common Profile</a:t>
            </a:r>
          </a:p>
        </p:txBody>
      </p:sp>
      <p:sp>
        <p:nvSpPr>
          <p:cNvPr id="53" name="Flowchart: Multidocument 1">
            <a:extLst>
              <a:ext uri="{FF2B5EF4-FFF2-40B4-BE49-F238E27FC236}">
                <a16:creationId xmlns:a16="http://schemas.microsoft.com/office/drawing/2014/main" id="{EDB4CE4C-FF80-E710-01D0-B54CE5D9F13E}"/>
              </a:ext>
            </a:extLst>
          </p:cNvPr>
          <p:cNvSpPr/>
          <p:nvPr/>
        </p:nvSpPr>
        <p:spPr>
          <a:xfrm>
            <a:off x="8349384" y="1578702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Data Profile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9E62FE42-FC37-3246-4B58-76BA904E763A}"/>
              </a:ext>
            </a:extLst>
          </p:cNvPr>
          <p:cNvSpPr/>
          <p:nvPr/>
        </p:nvSpPr>
        <p:spPr>
          <a:xfrm>
            <a:off x="6538444" y="3915359"/>
            <a:ext cx="771421" cy="2509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Platform</a:t>
            </a:r>
          </a:p>
        </p:txBody>
      </p:sp>
      <p:sp>
        <p:nvSpPr>
          <p:cNvPr id="25" name="Rectangle: Rounded Corners 14">
            <a:extLst>
              <a:ext uri="{FF2B5EF4-FFF2-40B4-BE49-F238E27FC236}">
                <a16:creationId xmlns:a16="http://schemas.microsoft.com/office/drawing/2014/main" id="{853EF04B-1D2C-4EE0-974F-3B40A9642D5F}"/>
              </a:ext>
            </a:extLst>
          </p:cNvPr>
          <p:cNvSpPr/>
          <p:nvPr/>
        </p:nvSpPr>
        <p:spPr>
          <a:xfrm>
            <a:off x="6538444" y="3684533"/>
            <a:ext cx="771420" cy="81547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bIns="73152" rtlCol="0" anchor="b" anchorCtr="0"/>
          <a:lstStyle/>
          <a:p>
            <a:r>
              <a:rPr lang="en-US" sz="800" dirty="0">
                <a:solidFill>
                  <a:prstClr val="black"/>
                </a:solidFill>
              </a:rPr>
              <a:t>platform</a:t>
            </a:r>
          </a:p>
        </p:txBody>
      </p:sp>
      <p:sp>
        <p:nvSpPr>
          <p:cNvPr id="26" name="Arrow: Chevron 15">
            <a:extLst>
              <a:ext uri="{FF2B5EF4-FFF2-40B4-BE49-F238E27FC236}">
                <a16:creationId xmlns:a16="http://schemas.microsoft.com/office/drawing/2014/main" id="{BB8852C4-2BA0-C328-88D8-AEC3B3B556AA}"/>
              </a:ext>
            </a:extLst>
          </p:cNvPr>
          <p:cNvSpPr/>
          <p:nvPr/>
        </p:nvSpPr>
        <p:spPr>
          <a:xfrm rot="5400000">
            <a:off x="6630658" y="360015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0" name="Arrow: Chevron 15">
            <a:extLst>
              <a:ext uri="{FF2B5EF4-FFF2-40B4-BE49-F238E27FC236}">
                <a16:creationId xmlns:a16="http://schemas.microsoft.com/office/drawing/2014/main" id="{A60663FB-1B2B-56B2-E512-913A4EC8F8FE}"/>
              </a:ext>
            </a:extLst>
          </p:cNvPr>
          <p:cNvSpPr/>
          <p:nvPr/>
        </p:nvSpPr>
        <p:spPr>
          <a:xfrm rot="5400000">
            <a:off x="6947650" y="3600159"/>
            <a:ext cx="270000" cy="180000"/>
          </a:xfrm>
          <a:prstGeom prst="chevron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42C8EF-A875-051C-D983-CAEC301E39E6}"/>
              </a:ext>
            </a:extLst>
          </p:cNvPr>
          <p:cNvGrpSpPr/>
          <p:nvPr/>
        </p:nvGrpSpPr>
        <p:grpSpPr>
          <a:xfrm>
            <a:off x="5705107" y="4873500"/>
            <a:ext cx="771421" cy="944853"/>
            <a:chOff x="5689577" y="3579964"/>
            <a:chExt cx="771421" cy="944853"/>
          </a:xfrm>
        </p:grpSpPr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D6FE7F10-D701-FE3F-2894-D5D0CA913F10}"/>
                </a:ext>
              </a:extLst>
            </p:cNvPr>
            <p:cNvSpPr/>
            <p:nvPr/>
          </p:nvSpPr>
          <p:spPr>
            <a:xfrm>
              <a:off x="5689577" y="4032525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Network</a:t>
              </a:r>
            </a:p>
          </p:txBody>
        </p:sp>
        <p:sp>
          <p:nvSpPr>
            <p:cNvPr id="41" name="Rectangle: Rounded Corners 14">
              <a:extLst>
                <a:ext uri="{FF2B5EF4-FFF2-40B4-BE49-F238E27FC236}">
                  <a16:creationId xmlns:a16="http://schemas.microsoft.com/office/drawing/2014/main" id="{A5838CCE-AD1C-28B3-E499-B3305257C7AD}"/>
                </a:ext>
              </a:extLst>
            </p:cNvPr>
            <p:cNvSpPr/>
            <p:nvPr/>
          </p:nvSpPr>
          <p:spPr>
            <a:xfrm>
              <a:off x="5689577" y="3709338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network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Arrow: Chevron 15">
              <a:extLst>
                <a:ext uri="{FF2B5EF4-FFF2-40B4-BE49-F238E27FC236}">
                  <a16:creationId xmlns:a16="http://schemas.microsoft.com/office/drawing/2014/main" id="{63E592DE-1E5E-930E-0497-0480A53490C2}"/>
                </a:ext>
              </a:extLst>
            </p:cNvPr>
            <p:cNvSpPr/>
            <p:nvPr/>
          </p:nvSpPr>
          <p:spPr>
            <a:xfrm rot="5400000">
              <a:off x="5781791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Arrow: Chevron 15">
              <a:extLst>
                <a:ext uri="{FF2B5EF4-FFF2-40B4-BE49-F238E27FC236}">
                  <a16:creationId xmlns:a16="http://schemas.microsoft.com/office/drawing/2014/main" id="{FE41CB94-606F-E1D3-BC01-D676F7B9A8BA}"/>
                </a:ext>
              </a:extLst>
            </p:cNvPr>
            <p:cNvSpPr/>
            <p:nvPr/>
          </p:nvSpPr>
          <p:spPr>
            <a:xfrm rot="5400000">
              <a:off x="6098783" y="3624964"/>
              <a:ext cx="270000" cy="180000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4" name="Flowchart: Off-page Connector 24">
            <a:extLst>
              <a:ext uri="{FF2B5EF4-FFF2-40B4-BE49-F238E27FC236}">
                <a16:creationId xmlns:a16="http://schemas.microsoft.com/office/drawing/2014/main" id="{B98CFE2C-A657-3078-33D1-B716ABDEE7BA}"/>
              </a:ext>
            </a:extLst>
          </p:cNvPr>
          <p:cNvSpPr/>
          <p:nvPr/>
        </p:nvSpPr>
        <p:spPr>
          <a:xfrm>
            <a:off x="5136418" y="4412466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Flowchart: Off-page Connector 24">
            <a:extLst>
              <a:ext uri="{FF2B5EF4-FFF2-40B4-BE49-F238E27FC236}">
                <a16:creationId xmlns:a16="http://schemas.microsoft.com/office/drawing/2014/main" id="{25E7FAED-F43B-A9FB-9120-03E022625F99}"/>
              </a:ext>
            </a:extLst>
          </p:cNvPr>
          <p:cNvSpPr/>
          <p:nvPr/>
        </p:nvSpPr>
        <p:spPr>
          <a:xfrm>
            <a:off x="6834154" y="4412466"/>
            <a:ext cx="180000" cy="270000"/>
          </a:xfrm>
          <a:prstGeom prst="flowChartOffpageConnec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9" name="Straight Arrow Connector 45">
            <a:extLst>
              <a:ext uri="{FF2B5EF4-FFF2-40B4-BE49-F238E27FC236}">
                <a16:creationId xmlns:a16="http://schemas.microsoft.com/office/drawing/2014/main" id="{10293860-EDDC-D3A6-DDA1-14A11D473034}"/>
              </a:ext>
            </a:extLst>
          </p:cNvPr>
          <p:cNvCxnSpPr>
            <a:cxnSpLocks/>
            <a:stCxn id="44" idx="2"/>
            <a:endCxn id="42" idx="1"/>
          </p:cNvCxnSpPr>
          <p:nvPr/>
        </p:nvCxnSpPr>
        <p:spPr>
          <a:xfrm>
            <a:off x="5226418" y="4682466"/>
            <a:ext cx="705903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45">
            <a:extLst>
              <a:ext uri="{FF2B5EF4-FFF2-40B4-BE49-F238E27FC236}">
                <a16:creationId xmlns:a16="http://schemas.microsoft.com/office/drawing/2014/main" id="{1236C055-50E6-2974-FD4C-0DEFEC52AD6D}"/>
              </a:ext>
            </a:extLst>
          </p:cNvPr>
          <p:cNvCxnSpPr>
            <a:cxnSpLocks/>
            <a:stCxn id="48" idx="2"/>
            <a:endCxn id="43" idx="1"/>
          </p:cNvCxnSpPr>
          <p:nvPr/>
        </p:nvCxnSpPr>
        <p:spPr>
          <a:xfrm flipH="1">
            <a:off x="6249313" y="4682466"/>
            <a:ext cx="674841" cy="21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sellaDiTesto 15">
            <a:extLst>
              <a:ext uri="{FF2B5EF4-FFF2-40B4-BE49-F238E27FC236}">
                <a16:creationId xmlns:a16="http://schemas.microsoft.com/office/drawing/2014/main" id="{4C10C0DE-417B-1764-C82B-A5ECC81D6369}"/>
              </a:ext>
            </a:extLst>
          </p:cNvPr>
          <p:cNvSpPr txBox="1"/>
          <p:nvPr/>
        </p:nvSpPr>
        <p:spPr>
          <a:xfrm>
            <a:off x="5041886" y="4706846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sp>
        <p:nvSpPr>
          <p:cNvPr id="60" name="CasellaDiTesto 15">
            <a:extLst>
              <a:ext uri="{FF2B5EF4-FFF2-40B4-BE49-F238E27FC236}">
                <a16:creationId xmlns:a16="http://schemas.microsoft.com/office/drawing/2014/main" id="{89456A4C-2B78-DD50-E00B-530C80AFD4EB}"/>
              </a:ext>
            </a:extLst>
          </p:cNvPr>
          <p:cNvSpPr txBox="1"/>
          <p:nvPr/>
        </p:nvSpPr>
        <p:spPr>
          <a:xfrm>
            <a:off x="6256639" y="4702314"/>
            <a:ext cx="895928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00" dirty="0"/>
              <a:t>LinksTo</a:t>
            </a:r>
          </a:p>
        </p:txBody>
      </p:sp>
      <p:sp>
        <p:nvSpPr>
          <p:cNvPr id="61" name="Rectangle: Rounded Corners 63">
            <a:extLst>
              <a:ext uri="{FF2B5EF4-FFF2-40B4-BE49-F238E27FC236}">
                <a16:creationId xmlns:a16="http://schemas.microsoft.com/office/drawing/2014/main" id="{640022E2-4E54-EED1-28DC-48FCA3C567B0}"/>
              </a:ext>
            </a:extLst>
          </p:cNvPr>
          <p:cNvSpPr/>
          <p:nvPr/>
        </p:nvSpPr>
        <p:spPr>
          <a:xfrm>
            <a:off x="7890331" y="5096276"/>
            <a:ext cx="1545903" cy="1083735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Substituting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Service Template</a:t>
            </a:r>
            <a:br>
              <a:rPr lang="en-US" sz="1100" dirty="0">
                <a:solidFill>
                  <a:schemeClr val="tx1"/>
                </a:solidFill>
              </a:rPr>
            </a:br>
            <a:r>
              <a:rPr lang="en-US" sz="1100" dirty="0">
                <a:solidFill>
                  <a:schemeClr val="tx1"/>
                </a:solidFill>
              </a:rPr>
              <a:t>(Platform)</a:t>
            </a:r>
          </a:p>
        </p:txBody>
      </p:sp>
      <p:cxnSp>
        <p:nvCxnSpPr>
          <p:cNvPr id="62" name="Straight Arrow Connector 134">
            <a:extLst>
              <a:ext uri="{FF2B5EF4-FFF2-40B4-BE49-F238E27FC236}">
                <a16:creationId xmlns:a16="http://schemas.microsoft.com/office/drawing/2014/main" id="{424ACF01-B3E3-9A31-598D-E747969B69D8}"/>
              </a:ext>
            </a:extLst>
          </p:cNvPr>
          <p:cNvCxnSpPr>
            <a:cxnSpLocks/>
            <a:stCxn id="41" idx="3"/>
            <a:endCxn id="61" idx="1"/>
          </p:cNvCxnSpPr>
          <p:nvPr/>
        </p:nvCxnSpPr>
        <p:spPr>
          <a:xfrm>
            <a:off x="6476527" y="5410614"/>
            <a:ext cx="1413804" cy="227530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35">
            <a:extLst>
              <a:ext uri="{FF2B5EF4-FFF2-40B4-BE49-F238E27FC236}">
                <a16:creationId xmlns:a16="http://schemas.microsoft.com/office/drawing/2014/main" id="{57C9BC7C-D062-3A87-7F45-34DE4BBAE515}"/>
              </a:ext>
            </a:extLst>
          </p:cNvPr>
          <p:cNvSpPr txBox="1"/>
          <p:nvPr/>
        </p:nvSpPr>
        <p:spPr>
          <a:xfrm>
            <a:off x="6885667" y="5479863"/>
            <a:ext cx="5338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/>
              <a:t>substitutes</a:t>
            </a:r>
          </a:p>
        </p:txBody>
      </p:sp>
      <p:sp>
        <p:nvSpPr>
          <p:cNvPr id="64" name="Flowchart: Multidocument 1">
            <a:extLst>
              <a:ext uri="{FF2B5EF4-FFF2-40B4-BE49-F238E27FC236}">
                <a16:creationId xmlns:a16="http://schemas.microsoft.com/office/drawing/2014/main" id="{88F7E200-DA85-CA41-4F3F-5066E82E9208}"/>
              </a:ext>
            </a:extLst>
          </p:cNvPr>
          <p:cNvSpPr/>
          <p:nvPr/>
        </p:nvSpPr>
        <p:spPr>
          <a:xfrm>
            <a:off x="8781420" y="4317074"/>
            <a:ext cx="102121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  <a:b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462828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112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Lauwers</dc:creator>
  <cp:lastModifiedBy>Chris Lauwers</cp:lastModifiedBy>
  <cp:revision>313</cp:revision>
  <dcterms:created xsi:type="dcterms:W3CDTF">2022-06-04T21:42:55Z</dcterms:created>
  <dcterms:modified xsi:type="dcterms:W3CDTF">2025-11-12T02:24:08Z</dcterms:modified>
</cp:coreProperties>
</file>