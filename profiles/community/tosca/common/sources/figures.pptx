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AEAEA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9C640-FDAB-4920-985D-AE6877D6D81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DF4E5-B912-44DE-B266-06BCB3F68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9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C3E1-A7B1-C956-F89C-8B09E4BAD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8DA49-12E1-CF1E-FDF4-D3675189B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B9FBA-FC7A-F874-AC33-BF8C7971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44DD-330B-3F0F-208E-BDA18804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CE2EB-B4BC-DC8F-68B4-9367A3FA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B28-C534-651E-F331-8A82299B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3197-8600-529E-F0BB-8240F11E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C03C-36B9-45B4-F253-E7A5297B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AB7A3-67FF-E2AD-9F55-5FB14B46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9E6B-834C-B181-F9CC-68261548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2CCC-241D-BE86-839A-9EA95EF1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8CD8-4E09-4E44-921D-FD7CB042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03FC-41CC-CB6E-D2AF-AB296AEB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7822-F064-F9AA-D9EB-1C932786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A43A-1D54-EE4A-7653-63667B4E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A28-7ACF-5048-7F56-19D868FA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75150-59E9-DEAC-E673-2815C3194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BD2D-53EA-C43B-0379-ECDD9CD06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754C8-979F-82D5-01FD-556F7522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E8CBD-5A6A-6ACC-1735-BFA016FF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B8A4-AACC-0D60-5503-DCFA91F3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4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81E7-6D3A-9873-B594-3896EA1B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B74C7-134F-F4CF-03EC-CF1851E6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75916-FA14-4FB7-3AAB-A82B159EF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0EC75-D15D-BA80-0E34-145FBA046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79759-6234-3F7E-C662-68B93E20F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9E83E-6867-8470-8AAE-6D660E91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0444-C087-2DE5-CED7-6884D33C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B977D-7885-7BF9-25EC-D0A6CA6B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1B3-8E2E-AC33-CFFD-8EDEE867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6CB4-4EFF-73EF-B71A-DBEB2CCA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1C715-D8A2-84F0-A9AF-F01FD1FB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FD856-74C8-78FA-DF6C-9C4355B5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1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73F93-8BA7-53FB-C4B7-843BC5E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7D192-B9D6-6AFE-0EDD-495DBB6A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40C-CE04-2979-06FA-40637858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6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D637-9B99-2625-AAAB-48E3FEBD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9AB6-907B-50AC-5408-D50278D5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C97C4-8EDA-7370-2FBA-2A71FDF87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BF94-E090-6145-A2A4-6F6DFE73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7CDF5-50B2-7ADF-DE1B-73613DA6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351A0-1A78-1E87-12A1-04822C05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1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4DD2-D95D-EF79-15E9-4B0C1E09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9194C-097D-7820-E38A-51CFDB224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941B7-C9D4-AF94-9E18-41E61719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5AFAB-878F-62AC-CD2D-ABB8E31F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432FF-D980-8675-8DED-C7C0A6A9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6BA21-09A2-8C42-FDC2-DE345C12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3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37E7-834B-ABCA-23FA-CB845AD0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95CCA-D049-174F-90F5-FA657406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EA6A-9DD6-BBBC-85B7-03A0364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8F9A1-C128-BB73-580D-1EBE0773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F591-E89B-C846-F0DE-A206F4D1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40BB9-C09D-6F95-294B-30AF96DEF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07722-6B29-F509-1F21-D8D2DAF8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C0ED-B600-538F-0F7F-9246299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A4059-0517-D418-4498-2008E3FD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C715-50EB-FA42-EC88-F161E653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7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A94E6-0F41-E039-8ACB-AD520986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567D0-041F-D6C5-C762-8CEBE58A8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1B58-DF3C-CA31-ECA6-0200F010E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158F-7D22-4D02-A7C1-554F35EEE72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1255-E26D-F260-274D-3A78FC060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45EF-47C6-4A3D-9099-BD39435D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3F7F-46FA-001A-3D7D-64BFE64D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EBAD2DD-8CBE-7A8A-0F17-8BB4AD7C0869}"/>
              </a:ext>
            </a:extLst>
          </p:cNvPr>
          <p:cNvGrpSpPr/>
          <p:nvPr/>
        </p:nvGrpSpPr>
        <p:grpSpPr>
          <a:xfrm>
            <a:off x="2821407" y="424687"/>
            <a:ext cx="6549187" cy="6008627"/>
            <a:chOff x="287147" y="416368"/>
            <a:chExt cx="6549187" cy="6008627"/>
          </a:xfrm>
        </p:grpSpPr>
        <p:sp>
          <p:nvSpPr>
            <p:cNvPr id="2" name="Rectangle: Rounded Corners 54">
              <a:extLst>
                <a:ext uri="{FF2B5EF4-FFF2-40B4-BE49-F238E27FC236}">
                  <a16:creationId xmlns:a16="http://schemas.microsoft.com/office/drawing/2014/main" id="{06BA746D-C372-2BFB-55AF-DDC40E5C3788}"/>
                </a:ext>
              </a:extLst>
            </p:cNvPr>
            <p:cNvSpPr/>
            <p:nvPr/>
          </p:nvSpPr>
          <p:spPr>
            <a:xfrm>
              <a:off x="2025164" y="1752325"/>
              <a:ext cx="3017520" cy="3099816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Service Template</a:t>
              </a: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653E5CBF-B9D0-9EDF-75A2-26C8B45E2B37}"/>
                </a:ext>
              </a:extLst>
            </p:cNvPr>
            <p:cNvSpPr/>
            <p:nvPr/>
          </p:nvSpPr>
          <p:spPr>
            <a:xfrm>
              <a:off x="2306449" y="240489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10" name="Rectangle: Rounded Corners 23">
              <a:extLst>
                <a:ext uri="{FF2B5EF4-FFF2-40B4-BE49-F238E27FC236}">
                  <a16:creationId xmlns:a16="http://schemas.microsoft.com/office/drawing/2014/main" id="{61DCE416-56BC-5D6B-6431-B1036CC2880C}"/>
                </a:ext>
              </a:extLst>
            </p:cNvPr>
            <p:cNvSpPr/>
            <p:nvPr/>
          </p:nvSpPr>
          <p:spPr>
            <a:xfrm>
              <a:off x="2306449" y="216508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11" name="Flowchart: Off-page Connector 24">
              <a:extLst>
                <a:ext uri="{FF2B5EF4-FFF2-40B4-BE49-F238E27FC236}">
                  <a16:creationId xmlns:a16="http://schemas.microsoft.com/office/drawing/2014/main" id="{206F7A24-887C-2931-06AE-2EB75578CF59}"/>
                </a:ext>
              </a:extLst>
            </p:cNvPr>
            <p:cNvSpPr/>
            <p:nvPr/>
          </p:nvSpPr>
          <p:spPr>
            <a:xfrm>
              <a:off x="2588306" y="2859269"/>
              <a:ext cx="180000" cy="270000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3" name="Straight Arrow Connector 45">
              <a:extLst>
                <a:ext uri="{FF2B5EF4-FFF2-40B4-BE49-F238E27FC236}">
                  <a16:creationId xmlns:a16="http://schemas.microsoft.com/office/drawing/2014/main" id="{C0B335D3-DF18-7DD2-16A9-D1EBB664B14E}"/>
                </a:ext>
              </a:extLst>
            </p:cNvPr>
            <p:cNvCxnSpPr>
              <a:cxnSpLocks/>
              <a:stCxn id="11" idx="2"/>
              <a:endCxn id="6" idx="1"/>
            </p:cNvCxnSpPr>
            <p:nvPr/>
          </p:nvCxnSpPr>
          <p:spPr>
            <a:xfrm>
              <a:off x="2678306" y="3129269"/>
              <a:ext cx="704225" cy="46757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03E546FF-6E12-CE31-782F-B3CA9AA8C643}"/>
                </a:ext>
              </a:extLst>
            </p:cNvPr>
            <p:cNvSpPr txBox="1"/>
            <p:nvPr/>
          </p:nvSpPr>
          <p:spPr>
            <a:xfrm>
              <a:off x="2322838" y="3226805"/>
              <a:ext cx="8959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 err="1"/>
                <a:t>RunsOn</a:t>
              </a:r>
              <a:endParaRPr lang="it-IT" sz="900" dirty="0"/>
            </a:p>
          </p:txBody>
        </p:sp>
        <p:sp>
          <p:nvSpPr>
            <p:cNvPr id="17" name="Rectangle: Rounded Corners 63">
              <a:extLst>
                <a:ext uri="{FF2B5EF4-FFF2-40B4-BE49-F238E27FC236}">
                  <a16:creationId xmlns:a16="http://schemas.microsoft.com/office/drawing/2014/main" id="{9D3A02FC-F259-BB20-A239-40D249A24CAE}"/>
                </a:ext>
              </a:extLst>
            </p:cNvPr>
            <p:cNvSpPr/>
            <p:nvPr/>
          </p:nvSpPr>
          <p:spPr>
            <a:xfrm>
              <a:off x="1042403" y="416368"/>
              <a:ext cx="1545903" cy="1083735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Substituting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Service Template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(Application)</a:t>
              </a:r>
            </a:p>
          </p:txBody>
        </p:sp>
        <p:cxnSp>
          <p:nvCxnSpPr>
            <p:cNvPr id="18" name="Straight Arrow Connector 134">
              <a:extLst>
                <a:ext uri="{FF2B5EF4-FFF2-40B4-BE49-F238E27FC236}">
                  <a16:creationId xmlns:a16="http://schemas.microsoft.com/office/drawing/2014/main" id="{2B4D3D4F-0791-3F2D-5BF0-90B3F80666DF}"/>
                </a:ext>
              </a:extLst>
            </p:cNvPr>
            <p:cNvCxnSpPr>
              <a:cxnSpLocks/>
              <a:stCxn id="10" idx="0"/>
              <a:endCxn id="17" idx="2"/>
            </p:cNvCxnSpPr>
            <p:nvPr/>
          </p:nvCxnSpPr>
          <p:spPr>
            <a:xfrm flipH="1" flipV="1">
              <a:off x="1815355" y="1500103"/>
              <a:ext cx="876804" cy="664986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35">
              <a:extLst>
                <a:ext uri="{FF2B5EF4-FFF2-40B4-BE49-F238E27FC236}">
                  <a16:creationId xmlns:a16="http://schemas.microsoft.com/office/drawing/2014/main" id="{63C41134-3796-7AA1-6A37-9F277DF71A35}"/>
                </a:ext>
              </a:extLst>
            </p:cNvPr>
            <p:cNvSpPr txBox="1"/>
            <p:nvPr/>
          </p:nvSpPr>
          <p:spPr>
            <a:xfrm>
              <a:off x="1390624" y="1633222"/>
              <a:ext cx="5338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substitutes</a:t>
              </a:r>
            </a:p>
          </p:txBody>
        </p:sp>
        <p:sp>
          <p:nvSpPr>
            <p:cNvPr id="23" name="Rectangle: Rounded Corners 63">
              <a:extLst>
                <a:ext uri="{FF2B5EF4-FFF2-40B4-BE49-F238E27FC236}">
                  <a16:creationId xmlns:a16="http://schemas.microsoft.com/office/drawing/2014/main" id="{0D32B2EE-42EA-2F74-95AD-18358ED43BF9}"/>
                </a:ext>
              </a:extLst>
            </p:cNvPr>
            <p:cNvSpPr/>
            <p:nvPr/>
          </p:nvSpPr>
          <p:spPr>
            <a:xfrm>
              <a:off x="4194541" y="5341260"/>
              <a:ext cx="1545903" cy="1083735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Substituting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Service Template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(Platform)</a:t>
              </a:r>
            </a:p>
          </p:txBody>
        </p:sp>
        <p:cxnSp>
          <p:nvCxnSpPr>
            <p:cNvPr id="24" name="Straight Arrow Connector 134">
              <a:extLst>
                <a:ext uri="{FF2B5EF4-FFF2-40B4-BE49-F238E27FC236}">
                  <a16:creationId xmlns:a16="http://schemas.microsoft.com/office/drawing/2014/main" id="{C620F2E2-09CF-4762-70F6-78C513FA3EAE}"/>
                </a:ext>
              </a:extLst>
            </p:cNvPr>
            <p:cNvCxnSpPr>
              <a:cxnSpLocks/>
              <a:stCxn id="5" idx="2"/>
              <a:endCxn id="23" idx="1"/>
            </p:cNvCxnSpPr>
            <p:nvPr/>
          </p:nvCxnSpPr>
          <p:spPr>
            <a:xfrm>
              <a:off x="3541027" y="4516498"/>
              <a:ext cx="653514" cy="1366630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35">
              <a:extLst>
                <a:ext uri="{FF2B5EF4-FFF2-40B4-BE49-F238E27FC236}">
                  <a16:creationId xmlns:a16="http://schemas.microsoft.com/office/drawing/2014/main" id="{4165ECD0-2A26-64E4-04A7-C9C1F632914F}"/>
                </a:ext>
              </a:extLst>
            </p:cNvPr>
            <p:cNvSpPr txBox="1"/>
            <p:nvPr/>
          </p:nvSpPr>
          <p:spPr>
            <a:xfrm>
              <a:off x="3912478" y="5021413"/>
              <a:ext cx="5338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substitutes</a:t>
              </a: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D579FC86-E658-DCCC-FA57-2A5BF49F16F9}"/>
                </a:ext>
              </a:extLst>
            </p:cNvPr>
            <p:cNvSpPr/>
            <p:nvPr/>
          </p:nvSpPr>
          <p:spPr>
            <a:xfrm>
              <a:off x="4004185" y="2410991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4" name="Rectangle: Rounded Corners 23">
              <a:extLst>
                <a:ext uri="{FF2B5EF4-FFF2-40B4-BE49-F238E27FC236}">
                  <a16:creationId xmlns:a16="http://schemas.microsoft.com/office/drawing/2014/main" id="{5D2220E0-5140-7CDC-9F5C-148C47129BC0}"/>
                </a:ext>
              </a:extLst>
            </p:cNvPr>
            <p:cNvSpPr/>
            <p:nvPr/>
          </p:nvSpPr>
          <p:spPr>
            <a:xfrm>
              <a:off x="4004185" y="2171185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20" name="Flowchart: Off-page Connector 24">
              <a:extLst>
                <a:ext uri="{FF2B5EF4-FFF2-40B4-BE49-F238E27FC236}">
                  <a16:creationId xmlns:a16="http://schemas.microsoft.com/office/drawing/2014/main" id="{E5F9E052-72B6-9AEA-9391-441B95EE19C9}"/>
                </a:ext>
              </a:extLst>
            </p:cNvPr>
            <p:cNvSpPr/>
            <p:nvPr/>
          </p:nvSpPr>
          <p:spPr>
            <a:xfrm>
              <a:off x="4286042" y="2865365"/>
              <a:ext cx="180000" cy="270000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" name="Rectangle 13">
              <a:extLst>
                <a:ext uri="{FF2B5EF4-FFF2-40B4-BE49-F238E27FC236}">
                  <a16:creationId xmlns:a16="http://schemas.microsoft.com/office/drawing/2014/main" id="{0DDCB894-B63A-BDC0-6F96-CCCA942553D6}"/>
                </a:ext>
              </a:extLst>
            </p:cNvPr>
            <p:cNvSpPr/>
            <p:nvPr/>
          </p:nvSpPr>
          <p:spPr>
            <a:xfrm>
              <a:off x="3155317" y="4024206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5" name="Rectangle: Rounded Corners 14">
              <a:extLst>
                <a:ext uri="{FF2B5EF4-FFF2-40B4-BE49-F238E27FC236}">
                  <a16:creationId xmlns:a16="http://schemas.microsoft.com/office/drawing/2014/main" id="{D9226CF1-0675-3391-CA82-6456F476B06E}"/>
                </a:ext>
              </a:extLst>
            </p:cNvPr>
            <p:cNvSpPr/>
            <p:nvPr/>
          </p:nvSpPr>
          <p:spPr>
            <a:xfrm>
              <a:off x="3155317" y="3701019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platform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" name="Arrow: Chevron 15">
              <a:extLst>
                <a:ext uri="{FF2B5EF4-FFF2-40B4-BE49-F238E27FC236}">
                  <a16:creationId xmlns:a16="http://schemas.microsoft.com/office/drawing/2014/main" id="{F7D6D49F-BA27-72F3-9B74-40A71C7A790C}"/>
                </a:ext>
              </a:extLst>
            </p:cNvPr>
            <p:cNvSpPr/>
            <p:nvPr/>
          </p:nvSpPr>
          <p:spPr>
            <a:xfrm rot="5400000">
              <a:off x="3247531" y="3616645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15">
              <a:extLst>
                <a:ext uri="{FF2B5EF4-FFF2-40B4-BE49-F238E27FC236}">
                  <a16:creationId xmlns:a16="http://schemas.microsoft.com/office/drawing/2014/main" id="{45A81E45-278F-F5E8-F4D3-DAFBCD680954}"/>
                </a:ext>
              </a:extLst>
            </p:cNvPr>
            <p:cNvSpPr/>
            <p:nvPr/>
          </p:nvSpPr>
          <p:spPr>
            <a:xfrm rot="5400000">
              <a:off x="3564523" y="3616645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28" name="Straight Arrow Connector 45">
              <a:extLst>
                <a:ext uri="{FF2B5EF4-FFF2-40B4-BE49-F238E27FC236}">
                  <a16:creationId xmlns:a16="http://schemas.microsoft.com/office/drawing/2014/main" id="{9878301F-8540-39F7-177F-3CB5618A8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9523" y="3135365"/>
              <a:ext cx="676519" cy="4614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74117061-EF1C-45A9-9281-0A678067DFB7}"/>
                </a:ext>
              </a:extLst>
            </p:cNvPr>
            <p:cNvSpPr txBox="1"/>
            <p:nvPr/>
          </p:nvSpPr>
          <p:spPr>
            <a:xfrm>
              <a:off x="3929134" y="3226805"/>
              <a:ext cx="8959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 err="1"/>
                <a:t>AvailableOn</a:t>
              </a:r>
              <a:endParaRPr lang="it-IT" sz="900" dirty="0"/>
            </a:p>
          </p:txBody>
        </p:sp>
        <p:sp>
          <p:nvSpPr>
            <p:cNvPr id="34" name="Flowchart: Off-page Connector 24">
              <a:extLst>
                <a:ext uri="{FF2B5EF4-FFF2-40B4-BE49-F238E27FC236}">
                  <a16:creationId xmlns:a16="http://schemas.microsoft.com/office/drawing/2014/main" id="{15041132-4F6F-8C73-2D25-042DE2FB106C}"/>
                </a:ext>
              </a:extLst>
            </p:cNvPr>
            <p:cNvSpPr/>
            <p:nvPr/>
          </p:nvSpPr>
          <p:spPr>
            <a:xfrm>
              <a:off x="3021225" y="2405658"/>
              <a:ext cx="180000" cy="270000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" name="Arrow: Chevron 15">
              <a:extLst>
                <a:ext uri="{FF2B5EF4-FFF2-40B4-BE49-F238E27FC236}">
                  <a16:creationId xmlns:a16="http://schemas.microsoft.com/office/drawing/2014/main" id="{D327A481-071D-843D-8036-93E44AC925C2}"/>
                </a:ext>
              </a:extLst>
            </p:cNvPr>
            <p:cNvSpPr/>
            <p:nvPr/>
          </p:nvSpPr>
          <p:spPr>
            <a:xfrm rot="5400000">
              <a:off x="3867478" y="2459320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37" name="Straight Arrow Connector 45">
              <a:extLst>
                <a:ext uri="{FF2B5EF4-FFF2-40B4-BE49-F238E27FC236}">
                  <a16:creationId xmlns:a16="http://schemas.microsoft.com/office/drawing/2014/main" id="{4854B521-D2B0-73EB-C65F-A47B7AB723AE}"/>
                </a:ext>
              </a:extLst>
            </p:cNvPr>
            <p:cNvCxnSpPr>
              <a:cxnSpLocks/>
              <a:stCxn id="34" idx="3"/>
              <a:endCxn id="36" idx="2"/>
            </p:cNvCxnSpPr>
            <p:nvPr/>
          </p:nvCxnSpPr>
          <p:spPr>
            <a:xfrm flipV="1">
              <a:off x="3201225" y="2536720"/>
              <a:ext cx="711253" cy="39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F342B362-DD45-7AFC-1964-A6225D4550A5}"/>
                </a:ext>
              </a:extLst>
            </p:cNvPr>
            <p:cNvSpPr txBox="1"/>
            <p:nvPr/>
          </p:nvSpPr>
          <p:spPr>
            <a:xfrm>
              <a:off x="3084007" y="2307789"/>
              <a:ext cx="8959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 err="1"/>
                <a:t>Processes</a:t>
              </a:r>
              <a:endParaRPr lang="it-IT" sz="900" dirty="0"/>
            </a:p>
          </p:txBody>
        </p:sp>
        <p:sp>
          <p:nvSpPr>
            <p:cNvPr id="45" name="Rectangle: Rounded Corners 63">
              <a:extLst>
                <a:ext uri="{FF2B5EF4-FFF2-40B4-BE49-F238E27FC236}">
                  <a16:creationId xmlns:a16="http://schemas.microsoft.com/office/drawing/2014/main" id="{B5275ACE-B854-A8CF-C7B2-73ECE50F58AC}"/>
                </a:ext>
              </a:extLst>
            </p:cNvPr>
            <p:cNvSpPr/>
            <p:nvPr/>
          </p:nvSpPr>
          <p:spPr>
            <a:xfrm>
              <a:off x="4631271" y="416368"/>
              <a:ext cx="1545903" cy="1083735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Substituting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Service Template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(Data)</a:t>
              </a:r>
            </a:p>
          </p:txBody>
        </p:sp>
        <p:cxnSp>
          <p:nvCxnSpPr>
            <p:cNvPr id="46" name="Straight Arrow Connector 134">
              <a:extLst>
                <a:ext uri="{FF2B5EF4-FFF2-40B4-BE49-F238E27FC236}">
                  <a16:creationId xmlns:a16="http://schemas.microsoft.com/office/drawing/2014/main" id="{CE0F11E0-2617-F366-6FB0-94A2359182A4}"/>
                </a:ext>
              </a:extLst>
            </p:cNvPr>
            <p:cNvCxnSpPr>
              <a:cxnSpLocks/>
              <a:stCxn id="14" idx="0"/>
              <a:endCxn id="45" idx="2"/>
            </p:cNvCxnSpPr>
            <p:nvPr/>
          </p:nvCxnSpPr>
          <p:spPr>
            <a:xfrm flipV="1">
              <a:off x="4389895" y="1500103"/>
              <a:ext cx="1014328" cy="671082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135">
              <a:extLst>
                <a:ext uri="{FF2B5EF4-FFF2-40B4-BE49-F238E27FC236}">
                  <a16:creationId xmlns:a16="http://schemas.microsoft.com/office/drawing/2014/main" id="{8FBB6F01-1E5F-7043-CECD-38D29CB7BDB4}"/>
                </a:ext>
              </a:extLst>
            </p:cNvPr>
            <p:cNvSpPr txBox="1"/>
            <p:nvPr/>
          </p:nvSpPr>
          <p:spPr>
            <a:xfrm>
              <a:off x="5162259" y="1710976"/>
              <a:ext cx="5338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substitutes</a:t>
              </a:r>
            </a:p>
          </p:txBody>
        </p:sp>
        <p:sp>
          <p:nvSpPr>
            <p:cNvPr id="50" name="Flowchart: Multidocument 1">
              <a:extLst>
                <a:ext uri="{FF2B5EF4-FFF2-40B4-BE49-F238E27FC236}">
                  <a16:creationId xmlns:a16="http://schemas.microsoft.com/office/drawing/2014/main" id="{9856DF7C-7568-A682-008B-67E55784280E}"/>
                </a:ext>
              </a:extLst>
            </p:cNvPr>
            <p:cNvSpPr/>
            <p:nvPr/>
          </p:nvSpPr>
          <p:spPr>
            <a:xfrm>
              <a:off x="287147" y="1570383"/>
              <a:ext cx="102121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Application Profile</a:t>
              </a:r>
            </a:p>
          </p:txBody>
        </p:sp>
        <p:sp>
          <p:nvSpPr>
            <p:cNvPr id="51" name="Flowchart: Multidocument 1">
              <a:extLst>
                <a:ext uri="{FF2B5EF4-FFF2-40B4-BE49-F238E27FC236}">
                  <a16:creationId xmlns:a16="http://schemas.microsoft.com/office/drawing/2014/main" id="{2DACF80A-FBE0-025B-3AD0-F5E8EF5C7D4A}"/>
                </a:ext>
              </a:extLst>
            </p:cNvPr>
            <p:cNvSpPr/>
            <p:nvPr/>
          </p:nvSpPr>
          <p:spPr>
            <a:xfrm>
              <a:off x="5617121" y="4571764"/>
              <a:ext cx="102121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Platform</a:t>
              </a:r>
              <a:b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Profile</a:t>
              </a:r>
            </a:p>
          </p:txBody>
        </p:sp>
        <p:sp>
          <p:nvSpPr>
            <p:cNvPr id="52" name="Flowchart: Multidocument 1">
              <a:extLst>
                <a:ext uri="{FF2B5EF4-FFF2-40B4-BE49-F238E27FC236}">
                  <a16:creationId xmlns:a16="http://schemas.microsoft.com/office/drawing/2014/main" id="{2EE269A2-F868-9630-5CCA-CABD5339E5DE}"/>
                </a:ext>
              </a:extLst>
            </p:cNvPr>
            <p:cNvSpPr/>
            <p:nvPr/>
          </p:nvSpPr>
          <p:spPr>
            <a:xfrm>
              <a:off x="924170" y="4571764"/>
              <a:ext cx="102121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Common Profile</a:t>
              </a:r>
            </a:p>
          </p:txBody>
        </p:sp>
        <p:sp>
          <p:nvSpPr>
            <p:cNvPr id="53" name="Flowchart: Multidocument 1">
              <a:extLst>
                <a:ext uri="{FF2B5EF4-FFF2-40B4-BE49-F238E27FC236}">
                  <a16:creationId xmlns:a16="http://schemas.microsoft.com/office/drawing/2014/main" id="{EE7D93D8-9AA3-297D-41CF-E610F5819C22}"/>
                </a:ext>
              </a:extLst>
            </p:cNvPr>
            <p:cNvSpPr/>
            <p:nvPr/>
          </p:nvSpPr>
          <p:spPr>
            <a:xfrm>
              <a:off x="5815124" y="1570383"/>
              <a:ext cx="102121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Data Profile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13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47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Lauwers</dc:creator>
  <cp:lastModifiedBy>Chris Lauwers</cp:lastModifiedBy>
  <cp:revision>311</cp:revision>
  <dcterms:created xsi:type="dcterms:W3CDTF">2022-06-04T21:42:55Z</dcterms:created>
  <dcterms:modified xsi:type="dcterms:W3CDTF">2025-11-04T21:55:50Z</dcterms:modified>
</cp:coreProperties>
</file>