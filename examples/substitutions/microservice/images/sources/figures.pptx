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EAEAEA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9C640-FDAB-4920-985D-AE6877D6D81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DF4E5-B912-44DE-B266-06BCB3F68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9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8C3E1-A7B1-C956-F89C-8B09E4BAD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8DA49-12E1-CF1E-FDF4-D3675189B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B9FBA-FC7A-F874-AC33-BF8C7971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A44DD-330B-3F0F-208E-BDA18804F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CE2EB-B4BC-DC8F-68B4-9367A3FA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2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B28-C534-651E-F331-8A82299BE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73197-8600-529E-F0BB-8240F11E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C03C-36B9-45B4-F253-E7A5297BE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AB7A3-67FF-E2AD-9F55-5FB14B46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09E6B-834C-B181-F9CC-68261548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1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2CCC-241D-BE86-839A-9EA95EF1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C8CD8-4E09-4E44-921D-FD7CB0424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D03FC-41CC-CB6E-D2AF-AB296AEBE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B7822-F064-F9AA-D9EB-1C932786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CA43A-1D54-EE4A-7653-63667B4E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0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0A28-7ACF-5048-7F56-19D868FA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75150-59E9-DEAC-E673-2815C3194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7BD2D-53EA-C43B-0379-ECDD9CD06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754C8-979F-82D5-01FD-556F7522D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E8CBD-5A6A-6ACC-1735-BFA016FF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5B8A4-AACC-0D60-5503-DCFA91F3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45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81E7-6D3A-9873-B594-3896EA1B0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B74C7-134F-F4CF-03EC-CF1851E62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75916-FA14-4FB7-3AAB-A82B159EF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00EC75-D15D-BA80-0E34-145FBA046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79759-6234-3F7E-C662-68B93E20F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9E83E-6867-8470-8AAE-6D660E91F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90444-C087-2DE5-CED7-6884D33C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8B977D-7885-7BF9-25EC-D0A6CA6B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8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81B3-8E2E-AC33-CFFD-8EDEE867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B6CB4-4EFF-73EF-B71A-DBEB2CCA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B1C715-D8A2-84F0-A9AF-F01FD1FB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FD856-74C8-78FA-DF6C-9C4355B5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1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B73F93-8BA7-53FB-C4B7-843BC5E2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7D192-B9D6-6AFE-0EDD-495DBB6AB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3540C-CE04-2979-06FA-40637858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6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D637-9B99-2625-AAAB-48E3FEBD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9AB6-907B-50AC-5408-D50278D55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C97C4-8EDA-7370-2FBA-2A71FDF87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ABF94-E090-6145-A2A4-6F6DFE73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7CDF5-50B2-7ADF-DE1B-73613DA66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351A0-1A78-1E87-12A1-04822C05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1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4DD2-D95D-EF79-15E9-4B0C1E09E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9194C-097D-7820-E38A-51CFDB224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941B7-C9D4-AF94-9E18-41E61719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5AFAB-878F-62AC-CD2D-ABB8E31F4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432FF-D980-8675-8DED-C7C0A6A9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6BA21-09A2-8C42-FDC2-DE345C12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33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37E7-834B-ABCA-23FA-CB845AD0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095CCA-D049-174F-90F5-FA6574065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9EA6A-9DD6-BBBC-85B7-03A03649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8F9A1-C128-BB73-580D-1EBE07731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9F591-E89B-C846-F0DE-A206F4D1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38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40BB9-C09D-6F95-294B-30AF96DEF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07722-6B29-F509-1F21-D8D2DAF89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1C0ED-B600-538F-0F7F-9246299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A4059-0517-D418-4498-2008E3FD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C715-50EB-FA42-EC88-F161E653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7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A94E6-0F41-E039-8ACB-AD520986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567D0-041F-D6C5-C762-8CEBE58A8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91B58-DF3C-CA31-ECA6-0200F010E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1255-E26D-F260-274D-3A78FC060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A45EF-47C6-4A3D-9099-BD39435DF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9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roup 197">
            <a:extLst>
              <a:ext uri="{FF2B5EF4-FFF2-40B4-BE49-F238E27FC236}">
                <a16:creationId xmlns:a16="http://schemas.microsoft.com/office/drawing/2014/main" id="{6445F022-54C7-8827-B057-E9C48DC88155}"/>
              </a:ext>
            </a:extLst>
          </p:cNvPr>
          <p:cNvGrpSpPr/>
          <p:nvPr/>
        </p:nvGrpSpPr>
        <p:grpSpPr>
          <a:xfrm>
            <a:off x="3006386" y="2149366"/>
            <a:ext cx="6179228" cy="2559269"/>
            <a:chOff x="3050209" y="731234"/>
            <a:chExt cx="6179228" cy="2559269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46E0424-53A4-F298-750D-DC43BE087A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6280" y="1074134"/>
              <a:ext cx="738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585A137-E905-1B3A-66A2-A7A8A4B92798}"/>
                </a:ext>
              </a:extLst>
            </p:cNvPr>
            <p:cNvSpPr txBox="1"/>
            <p:nvPr/>
          </p:nvSpPr>
          <p:spPr>
            <a:xfrm>
              <a:off x="7672076" y="903884"/>
              <a:ext cx="5338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900" b="1" dirty="0"/>
                <a:t>imports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533CEEB-DC43-3A00-D60F-AB1DD2311E87}"/>
                </a:ext>
              </a:extLst>
            </p:cNvPr>
            <p:cNvSpPr/>
            <p:nvPr/>
          </p:nvSpPr>
          <p:spPr>
            <a:xfrm>
              <a:off x="4820353" y="865163"/>
              <a:ext cx="2808884" cy="2425340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Micro</a:t>
              </a:r>
            </a:p>
            <a:p>
              <a:r>
                <a:rPr lang="en-US" sz="1100" dirty="0">
                  <a:solidFill>
                    <a:schemeClr val="tx1"/>
                  </a:solidFill>
                </a:rPr>
                <a:t>Service</a:t>
              </a: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19D7513-1062-C2FC-96F2-EE8E7A7FFB7D}"/>
                </a:ext>
              </a:extLst>
            </p:cNvPr>
            <p:cNvGrpSpPr/>
            <p:nvPr/>
          </p:nvGrpSpPr>
          <p:grpSpPr>
            <a:xfrm>
              <a:off x="3050209" y="1667840"/>
              <a:ext cx="771421" cy="815478"/>
              <a:chOff x="6267214" y="1751069"/>
              <a:chExt cx="771421" cy="815478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BDB71E84-1882-4092-CE7C-054BB689288A}"/>
                  </a:ext>
                </a:extLst>
              </p:cNvPr>
              <p:cNvSpPr/>
              <p:nvPr/>
            </p:nvSpPr>
            <p:spPr>
              <a:xfrm>
                <a:off x="6267214" y="1990875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MicroService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B8781B9B-2D28-060A-485D-EEE85E66CB7A}"/>
                  </a:ext>
                </a:extLst>
              </p:cNvPr>
              <p:cNvSpPr/>
              <p:nvPr/>
            </p:nvSpPr>
            <p:spPr>
              <a:xfrm>
                <a:off x="6267214" y="1751069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microservce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E155B3C-CD53-E688-F08C-4DA7FB317964}"/>
                </a:ext>
              </a:extLst>
            </p:cNvPr>
            <p:cNvGrpSpPr/>
            <p:nvPr/>
          </p:nvGrpSpPr>
          <p:grpSpPr>
            <a:xfrm>
              <a:off x="5110474" y="1074134"/>
              <a:ext cx="2228642" cy="2007399"/>
              <a:chOff x="5005328" y="1090644"/>
              <a:chExt cx="2228642" cy="2007399"/>
            </a:xfrm>
          </p:grpSpPr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E4A8C97F-B1B7-D708-BACA-C2E2B0E1223A}"/>
                  </a:ext>
                </a:extLst>
              </p:cNvPr>
              <p:cNvGrpSpPr/>
              <p:nvPr/>
            </p:nvGrpSpPr>
            <p:grpSpPr>
              <a:xfrm>
                <a:off x="6462549" y="2282565"/>
                <a:ext cx="771421" cy="815478"/>
                <a:chOff x="6267214" y="1751069"/>
                <a:chExt cx="771421" cy="815478"/>
              </a:xfrm>
            </p:grpSpPr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FB5495EB-7BDA-5AE1-7EAF-8654A2CCFE6E}"/>
                    </a:ext>
                  </a:extLst>
                </p:cNvPr>
                <p:cNvSpPr/>
                <p:nvPr/>
              </p:nvSpPr>
              <p:spPr>
                <a:xfrm>
                  <a:off x="6267214" y="1990875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Service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Account</a:t>
                  </a:r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0BD901D1-48E6-7825-E266-4C5BA4E98D60}"/>
                    </a:ext>
                  </a:extLst>
                </p:cNvPr>
                <p:cNvSpPr/>
                <p:nvPr/>
              </p:nvSpPr>
              <p:spPr>
                <a:xfrm>
                  <a:off x="6267214" y="1751069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800" dirty="0">
                      <a:solidFill>
                        <a:prstClr val="black"/>
                      </a:solidFill>
                    </a:rPr>
                    <a:t>account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7CFEFC03-4685-6E60-62BD-5410EC4D9711}"/>
                  </a:ext>
                </a:extLst>
              </p:cNvPr>
              <p:cNvGrpSpPr/>
              <p:nvPr/>
            </p:nvGrpSpPr>
            <p:grpSpPr>
              <a:xfrm>
                <a:off x="5005328" y="1090644"/>
                <a:ext cx="771421" cy="815478"/>
                <a:chOff x="6267214" y="1751069"/>
                <a:chExt cx="771421" cy="815478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2C77B0FF-1AE5-3C4D-9BD0-8CCB319F351D}"/>
                    </a:ext>
                  </a:extLst>
                </p:cNvPr>
                <p:cNvSpPr/>
                <p:nvPr/>
              </p:nvSpPr>
              <p:spPr>
                <a:xfrm>
                  <a:off x="6267214" y="1990875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ClusterIP</a:t>
                  </a:r>
                  <a:endPara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4FA5B4AE-594D-7B16-2757-31C7737DE7E9}"/>
                    </a:ext>
                  </a:extLst>
                </p:cNvPr>
                <p:cNvSpPr/>
                <p:nvPr/>
              </p:nvSpPr>
              <p:spPr>
                <a:xfrm>
                  <a:off x="6267214" y="1751069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service</a:t>
                  </a:r>
                </a:p>
              </p:txBody>
            </p:sp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442A6641-AEDD-E3B9-095E-65010DA830AF}"/>
                  </a:ext>
                </a:extLst>
              </p:cNvPr>
              <p:cNvGrpSpPr/>
              <p:nvPr/>
            </p:nvGrpSpPr>
            <p:grpSpPr>
              <a:xfrm>
                <a:off x="6462549" y="1090644"/>
                <a:ext cx="771421" cy="815478"/>
                <a:chOff x="6267214" y="1751069"/>
                <a:chExt cx="771421" cy="815478"/>
              </a:xfrm>
            </p:grpSpPr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C0E46231-7B43-329F-AEC4-30449695477F}"/>
                    </a:ext>
                  </a:extLst>
                </p:cNvPr>
                <p:cNvSpPr/>
                <p:nvPr/>
              </p:nvSpPr>
              <p:spPr>
                <a:xfrm>
                  <a:off x="6267214" y="1990875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Deployment</a:t>
                  </a:r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299B631E-EB2D-A7D5-E0DB-104B9495F331}"/>
                    </a:ext>
                  </a:extLst>
                </p:cNvPr>
                <p:cNvSpPr/>
                <p:nvPr/>
              </p:nvSpPr>
              <p:spPr>
                <a:xfrm>
                  <a:off x="6267214" y="1751069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deployment</a:t>
                  </a:r>
                </a:p>
              </p:txBody>
            </p:sp>
          </p:grp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C7506D7B-F5B8-591E-6647-31CEA393ECD5}"/>
                  </a:ext>
                </a:extLst>
              </p:cNvPr>
              <p:cNvCxnSpPr>
                <a:cxnSpLocks/>
                <a:stCxn id="109" idx="1"/>
                <a:endCxn id="100" idx="3"/>
              </p:cNvCxnSpPr>
              <p:nvPr/>
            </p:nvCxnSpPr>
            <p:spPr>
              <a:xfrm flipH="1">
                <a:off x="5776748" y="1498383"/>
                <a:ext cx="68580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FFE2F3C2-239A-5312-BCDB-439647E840F4}"/>
                  </a:ext>
                </a:extLst>
              </p:cNvPr>
              <p:cNvCxnSpPr>
                <a:cxnSpLocks/>
                <a:stCxn id="127" idx="0"/>
                <a:endCxn id="109" idx="2"/>
              </p:cNvCxnSpPr>
              <p:nvPr/>
            </p:nvCxnSpPr>
            <p:spPr>
              <a:xfrm flipV="1">
                <a:off x="6848259" y="1906122"/>
                <a:ext cx="0" cy="37644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Flowchart: Multidocument 185">
              <a:extLst>
                <a:ext uri="{FF2B5EF4-FFF2-40B4-BE49-F238E27FC236}">
                  <a16:creationId xmlns:a16="http://schemas.microsoft.com/office/drawing/2014/main" id="{9B92E647-4F54-454B-6F97-ED3CF21259C9}"/>
                </a:ext>
              </a:extLst>
            </p:cNvPr>
            <p:cNvSpPr/>
            <p:nvPr/>
          </p:nvSpPr>
          <p:spPr>
            <a:xfrm>
              <a:off x="8315037" y="731234"/>
              <a:ext cx="91440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Ins="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Kubernetes</a:t>
              </a:r>
            </a:p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Profile</a:t>
              </a:r>
            </a:p>
          </p:txBody>
        </p: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3BB75FB1-3EBB-2A6D-CE83-A0C63DE8A287}"/>
                </a:ext>
              </a:extLst>
            </p:cNvPr>
            <p:cNvCxnSpPr>
              <a:cxnSpLocks/>
            </p:cNvCxnSpPr>
            <p:nvPr/>
          </p:nvCxnSpPr>
          <p:spPr>
            <a:xfrm>
              <a:off x="3821629" y="2075579"/>
              <a:ext cx="998724" cy="2254"/>
            </a:xfrm>
            <a:prstGeom prst="straightConnector1">
              <a:avLst/>
            </a:prstGeom>
            <a:ln w="28575">
              <a:solidFill>
                <a:schemeClr val="accent2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9E8AB9F0-21F6-3899-DDD8-3AB4E7EFD054}"/>
                </a:ext>
              </a:extLst>
            </p:cNvPr>
            <p:cNvSpPr txBox="1"/>
            <p:nvPr/>
          </p:nvSpPr>
          <p:spPr>
            <a:xfrm>
              <a:off x="4054091" y="1908846"/>
              <a:ext cx="5338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900" b="1" dirty="0"/>
                <a:t>substitutes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340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15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Lauwers</dc:creator>
  <cp:lastModifiedBy>Chris Lauwers</cp:lastModifiedBy>
  <cp:revision>320</cp:revision>
  <dcterms:created xsi:type="dcterms:W3CDTF">2022-06-04T21:42:55Z</dcterms:created>
  <dcterms:modified xsi:type="dcterms:W3CDTF">2025-11-06T23:32:36Z</dcterms:modified>
</cp:coreProperties>
</file>